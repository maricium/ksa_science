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Biodiversity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Biodiversity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Biodiversity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Biodiversity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Biodiversity is many different plants and animals living together.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High biodiversity helps ecosystems stay healthy and strong.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An example of high biodiversity is a forest with many tree types.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It is important to protect biodiversity because it keeps ecosystems stable.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the definition of biodiversity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how biodiversity can be measured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Explain why high biodiversity is important for an ecosystem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1. Biodiversity is…</a:t>
            </a:r>
          </a:p>
          <a:p>
            <a:r>
              <a:rPr sz="2100">
                <a:latin typeface="Century Gothic"/>
              </a:rPr>
              <a:t>A. How many plants and animals live in a particular habitat</a:t>
            </a:r>
          </a:p>
          <a:p>
            <a:r>
              <a:rPr sz="2100">
                <a:latin typeface="Century Gothic"/>
              </a:rPr>
              <a:t>B. The number of plants and animals within an ecosystem</a:t>
            </a:r>
          </a:p>
          <a:p>
            <a:r>
              <a:rPr sz="2100">
                <a:latin typeface="Century Gothic"/>
              </a:rPr>
              <a:t>C. The variety of different species in an ecosystem</a:t>
            </a:r>
          </a:p>
          <a:p>
            <a:r>
              <a:rPr sz="2100">
                <a:latin typeface="Century Gothic"/>
              </a:rPr>
              <a:t>2. Which type of sampling would be used to investigate the effect of shade on abundance of flowers in a field.</a:t>
            </a:r>
          </a:p>
          <a:p>
            <a:r>
              <a:rPr sz="2100">
                <a:latin typeface="Century Gothic"/>
              </a:rPr>
              <a:t>A. Systematic sampling using a transect and quadrats at regular intervals</a:t>
            </a:r>
          </a:p>
          <a:p>
            <a:r>
              <a:rPr sz="2100">
                <a:latin typeface="Century Gothic"/>
              </a:rPr>
              <a:t>B. Random sampling using a quadrats at random coordinates</a:t>
            </a:r>
          </a:p>
          <a:p>
            <a:r>
              <a:rPr sz="2100">
                <a:latin typeface="Century Gothic"/>
              </a:rPr>
              <a:t>C. Using quadrats randomly placed in a sunny area and a shaded area</a:t>
            </a:r>
          </a:p>
          <a:p>
            <a:r>
              <a:rPr sz="2100">
                <a:latin typeface="Century Gothic"/>
              </a:rPr>
              <a:t>3. Why is high biodiversity useful for an ecosystem?</a:t>
            </a:r>
          </a:p>
          <a:p>
            <a:r>
              <a:rPr sz="2100">
                <a:latin typeface="Century Gothic"/>
              </a:rPr>
              <a:t>A. So that plants and animals have lots of food</a:t>
            </a:r>
          </a:p>
          <a:p>
            <a:r>
              <a:rPr sz="2100">
                <a:latin typeface="Century Gothic"/>
              </a:rPr>
              <a:t>B. It allows animals to have lots of choice when choosing their food</a:t>
            </a:r>
          </a:p>
          <a:p>
            <a:r>
              <a:rPr sz="2100">
                <a:latin typeface="Century Gothic"/>
              </a:rPr>
              <a:t>C. It means that a species is not dependent on one other species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