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Food Security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Food Security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Taking it Further: Food Security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Taking it Further: Food Security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Food security means having enough safe and nutritious food for everyone. (line 1)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One factor that threatens food security is pests. (line 2)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Pests can destroy plants, leading to less food. (line 4)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Farmers can use pesticides to control pests and plant disease-resistant crops. (line 7)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Climate change impacts food production by causing extreme weather that can destroy crops. (line 5)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the definition of food security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factors that may threaten food security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 what is meant by sustainability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is the best definition of food security?</a:t>
            </a:r>
          </a:p>
          <a:p>
            <a:r>
              <a:rPr sz="2100">
                <a:latin typeface="Century Gothic"/>
              </a:rPr>
              <a:t>A. Every person having the same amount of food</a:t>
            </a:r>
          </a:p>
          <a:p>
            <a:r>
              <a:rPr sz="2100">
                <a:latin typeface="Century Gothic"/>
              </a:rPr>
              <a:t>B.  Having a sufficient amount of food for a population</a:t>
            </a:r>
          </a:p>
          <a:p>
            <a:r>
              <a:rPr sz="2100">
                <a:latin typeface="Century Gothic"/>
              </a:rPr>
              <a:t>C. Making sure that crops are protected against droughts or floods</a:t>
            </a:r>
          </a:p>
          <a:p/>
          <a:p>
            <a:r>
              <a:rPr sz="2100">
                <a:latin typeface="Century Gothic"/>
              </a:rPr>
              <a:t>2. 	Which is least likely to be a threat to food security?</a:t>
            </a:r>
          </a:p>
          <a:p>
            <a:r>
              <a:rPr sz="2100">
                <a:latin typeface="Century Gothic"/>
              </a:rPr>
              <a:t>A. A decreasing birth rate</a:t>
            </a:r>
          </a:p>
          <a:p>
            <a:r>
              <a:rPr sz="2100">
                <a:latin typeface="Century Gothic"/>
              </a:rPr>
              <a:t>B.  A new resistant pathogen (disease-causing microorganism)</a:t>
            </a:r>
          </a:p>
          <a:p>
            <a:r>
              <a:rPr sz="2100">
                <a:latin typeface="Century Gothic"/>
              </a:rPr>
              <a:t>C. An ongoing political conflict</a:t>
            </a:r>
          </a:p>
          <a:p/>
          <a:p>
            <a:r>
              <a:rPr sz="2100">
                <a:latin typeface="Century Gothic"/>
              </a:rPr>
              <a:t>3. Which is the best definition of sustainability?</a:t>
            </a:r>
          </a:p>
          <a:p>
            <a:r>
              <a:rPr sz="2100">
                <a:latin typeface="Century Gothic"/>
              </a:rPr>
              <a:t>A. Ensuring that food supplies never run out</a:t>
            </a:r>
          </a:p>
          <a:p>
            <a:r>
              <a:rPr sz="2100">
                <a:latin typeface="Century Gothic"/>
              </a:rPr>
              <a:t>B.  Supporting long-term ecological balance by not depleting natural resources</a:t>
            </a:r>
          </a:p>
          <a:p>
            <a:r>
              <a:rPr sz="2100">
                <a:latin typeface="Century Gothic"/>
              </a:rPr>
              <a:t>C. Using farming and agricultural methods that are environmentally friendly and considerate of animals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