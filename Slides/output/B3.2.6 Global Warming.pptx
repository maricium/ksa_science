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Global Warming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Global Warming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Global Warming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Global Warming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SCHEME: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Global warming is the Earth's temperature rising.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A greenhouse gas is carbon dioxide.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Deforestation adds to global warming by removing trees that absorb carbon dioxide.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When the Earth gets too warm, ice melts and sea levels rise.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We need to reduce greenhouse gas emissions to protect our planet.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Daily Review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Follow your teachers instructions: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“When I say go show me a MWB and a MWB Pen”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You will have 10 seconds for each question.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Hold your MWB in the Ready position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“Show me”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You need to score 70% to pass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Subtitle ‘test score’ ?/10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Aim High | Work Together | Be Kind | Lead the Way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is the best definition of global warming?</a:t>
            </a:r>
          </a:p>
          <a:p>
            <a:r>
              <a:rPr sz="2100">
                <a:latin typeface="Century Gothic"/>
              </a:rPr>
              <a:t>A. Changing weather patterns</a:t>
            </a:r>
          </a:p>
          <a:p>
            <a:r>
              <a:rPr sz="2100">
                <a:latin typeface="Century Gothic"/>
              </a:rPr>
              <a:t>B.  The Earth getting hotter</a:t>
            </a:r>
          </a:p>
          <a:p>
            <a:r>
              <a:rPr sz="2100">
                <a:latin typeface="Century Gothic"/>
              </a:rPr>
              <a:t>C. The increase in the overall temperature of the Earth’s atmosphere</a:t>
            </a:r>
          </a:p>
          <a:p/>
          <a:p>
            <a:r>
              <a:rPr sz="2100">
                <a:latin typeface="Century Gothic"/>
              </a:rPr>
              <a:t>2. 	Which is not a consequence of global warming?</a:t>
            </a:r>
          </a:p>
          <a:p>
            <a:r>
              <a:rPr sz="2100">
                <a:latin typeface="Century Gothic"/>
              </a:rPr>
              <a:t>A. Rising sea levels and flooding</a:t>
            </a:r>
          </a:p>
          <a:p>
            <a:r>
              <a:rPr sz="2100">
                <a:latin typeface="Century Gothic"/>
              </a:rPr>
              <a:t>B.  Fossil fuels being burned</a:t>
            </a:r>
          </a:p>
          <a:p>
            <a:r>
              <a:rPr sz="2100">
                <a:latin typeface="Century Gothic"/>
              </a:rPr>
              <a:t>C. Extreme weather patterns</a:t>
            </a:r>
          </a:p>
          <a:p/>
          <a:p>
            <a:r>
              <a:rPr sz="2100">
                <a:latin typeface="Century Gothic"/>
              </a:rPr>
              <a:t>3. Which would be an action to reduce greenhouse gas emissions?</a:t>
            </a:r>
          </a:p>
          <a:p>
            <a:r>
              <a:rPr sz="2100">
                <a:latin typeface="Century Gothic"/>
              </a:rPr>
              <a:t>A. Cutting down trees</a:t>
            </a:r>
          </a:p>
          <a:p>
            <a:r>
              <a:rPr sz="2100">
                <a:latin typeface="Century Gothic"/>
              </a:rPr>
              <a:t>B.  Using renewable energy sources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