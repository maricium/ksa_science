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81" r:id="rId6"/>
    <p:sldId id="280" r:id="rId7"/>
    <p:sldId id="273" r:id="rId8"/>
    <p:sldId id="275" r:id="rId9"/>
    <p:sldId id="282" r:id="rId10"/>
    <p:sldId id="283" r:id="rId11"/>
    <p:sldId id="284" r:id="rId12"/>
    <p:sldId id="277" r:id="rId13"/>
    <p:sldId id="27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93"/>
    <p:restoredTop sz="82695"/>
  </p:normalViewPr>
  <p:slideViewPr>
    <p:cSldViewPr snapToGrid="0">
      <p:cViewPr varScale="1">
        <p:scale>
          <a:sx n="77" d="100"/>
          <a:sy n="77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Prior Knowledge Review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Prior Knowledge Review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Prior Knowledge Review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Prior Knowledge 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Interdependence is when organisms depend on each other.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Plants provide food and oxygen for animals.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Decomposers break down dead things.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Bees help plants by spreading seeds.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5. Organisms rely on each other for survival and balance.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Following this lesson, students will be able to:</a:t>
            </a:r>
          </a:p>
          <a:p>
            <a:r>
              <a:rPr sz="2800">
                <a:solidFill>
                  <a:srgbClr val="000000"/>
                </a:solidFill>
                <a:latin typeface="Century Gothic"/>
              </a:rPr>
              <a:t>• State the definitions of producer, consumer, predator and prey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the transfer of energy through a food chain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Explain the importance of plants in food chains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1. Which best describes what the arrows on a food chain or web represent?</a:t>
            </a:r>
          </a:p>
          <a:p>
            <a:r>
              <a:rPr sz="2100">
                <a:latin typeface="Century Gothic"/>
              </a:rPr>
              <a:t>A. Which animals are being eaten</a:t>
            </a:r>
          </a:p>
          <a:p>
            <a:r>
              <a:rPr sz="2100">
                <a:latin typeface="Century Gothic"/>
              </a:rPr>
              <a:t>B. The direction of energy transfer</a:t>
            </a:r>
          </a:p>
          <a:p>
            <a:r>
              <a:rPr sz="2100">
                <a:latin typeface="Century Gothic"/>
              </a:rPr>
              <a:t>C. Producers, primary consumers and secondary consumers</a:t>
            </a:r>
          </a:p>
          <a:p>
            <a:r>
              <a:rPr sz="2100">
                <a:latin typeface="Century Gothic"/>
              </a:rPr>
              <a:t>2. A primary consumer is …</a:t>
            </a:r>
          </a:p>
          <a:p>
            <a:r>
              <a:rPr sz="2100">
                <a:latin typeface="Century Gothic"/>
              </a:rPr>
              <a:t>A. a carnivore that only eats plants</a:t>
            </a:r>
          </a:p>
          <a:p>
            <a:r>
              <a:rPr sz="2100">
                <a:latin typeface="Century Gothic"/>
              </a:rPr>
              <a:t>B. a herbivore that eats other animals</a:t>
            </a:r>
          </a:p>
          <a:p>
            <a:r>
              <a:rPr sz="2100">
                <a:latin typeface="Century Gothic"/>
              </a:rPr>
              <a:t>C. a herbivore that eats plants or algae</a:t>
            </a:r>
          </a:p>
          <a:p>
            <a:r>
              <a:rPr sz="2100">
                <a:latin typeface="Century Gothic"/>
              </a:rPr>
              <a:t>3. What piece of equipment would be used to count the number of organisms present in a certain place?</a:t>
            </a:r>
          </a:p>
          <a:p>
            <a:r>
              <a:rPr sz="2100">
                <a:latin typeface="Century Gothic"/>
              </a:rPr>
              <a:t>A. A quadrat</a:t>
            </a:r>
          </a:p>
          <a:p>
            <a:r>
              <a:rPr sz="2100">
                <a:latin typeface="Century Gothic"/>
              </a:rPr>
              <a:t>B. A transect</a:t>
            </a:r>
          </a:p>
          <a:p>
            <a:r>
              <a:rPr sz="2100">
                <a:latin typeface="Century Gothic"/>
              </a:rPr>
              <a:t>C. A sample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36</cp:revision>
  <dcterms:created xsi:type="dcterms:W3CDTF">2025-08-22T20:39:15Z</dcterms:created>
  <dcterms:modified xsi:type="dcterms:W3CDTF">2026-01-18T02:26:23Z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