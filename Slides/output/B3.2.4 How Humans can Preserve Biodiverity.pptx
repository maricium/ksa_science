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2" r:id="rId5"/>
    <p:sldId id="281" r:id="rId6"/>
    <p:sldId id="280" r:id="rId7"/>
    <p:sldId id="273" r:id="rId8"/>
    <p:sldId id="275" r:id="rId9"/>
    <p:sldId id="282" r:id="rId10"/>
    <p:sldId id="283" r:id="rId11"/>
    <p:sldId id="284" r:id="rId12"/>
    <p:sldId id="277" r:id="rId13"/>
    <p:sldId id="279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93"/>
    <p:restoredTop sz="82695"/>
  </p:normalViewPr>
  <p:slideViewPr>
    <p:cSldViewPr snapToGrid="0">
      <p:cViewPr varScale="1">
        <p:scale>
          <a:sx n="77" d="100"/>
          <a:sy n="77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How Humans can Preserve Biodiverity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How Humans can Preserve Biodiverity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How Humans can Preserve Biodiverity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How Humans can Preserve Biodiverity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0896"/>
            <a:ext cx="10241280" cy="59436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 SCHEME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1. Biodiversity means the variety of life on Earth. (line 1)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2. Nature reserves keep ecosystems safe. (line 4)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3. Recycling reduces waste and helps save resources. (line 5)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4. Education raises awareness about biodiversity. (line 7)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5. It is important to preserve biodiversity for future generations. (line 8)</a:t>
            </a:r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/>
          <p:cNvSpPr txBox="1"/>
          <p:nvPr/>
        </p:nvSpPr>
        <p:spPr>
          <a:xfrm>
            <a:off x="1115568" y="274320"/>
            <a:ext cx="10241280" cy="4745736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Following this lesson, students will be able to:</a:t>
            </a:r>
          </a:p>
          <a:p>
            <a:r>
              <a:rPr sz="2800">
                <a:solidFill>
                  <a:srgbClr val="000000"/>
                </a:solidFill>
                <a:latin typeface="Century Gothic"/>
              </a:rPr>
              <a:t>• State that the growth of the human population has increased demand for resources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Describe how scientists and citizens can reduce human impact on biodiversity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Evaluate whose responsibility it is to reduce human impact on the environment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/>
          <p:cNvSpPr txBox="1"/>
          <p:nvPr/>
        </p:nvSpPr>
        <p:spPr>
          <a:xfrm>
            <a:off x="1115568" y="274320"/>
            <a:ext cx="10241280" cy="54864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100">
                <a:latin typeface="Century Gothic"/>
              </a:rPr>
              <a:t>Which of the following is not a way to maintain biodiversity?</a:t>
            </a:r>
          </a:p>
          <a:p>
            <a:r>
              <a:rPr sz="2100">
                <a:latin typeface="Century Gothic"/>
              </a:rPr>
              <a:t>A. Protecting rare habitats</a:t>
            </a:r>
          </a:p>
          <a:p>
            <a:r>
              <a:rPr sz="2100">
                <a:latin typeface="Century Gothic"/>
              </a:rPr>
              <a:t>B.  Selective breeding programmes</a:t>
            </a:r>
          </a:p>
          <a:p>
            <a:r>
              <a:rPr sz="2100">
                <a:latin typeface="Century Gothic"/>
              </a:rPr>
              <a:t>C. Reducing deforestation</a:t>
            </a:r>
          </a:p>
          <a:p/>
          <a:p>
            <a:r>
              <a:rPr sz="2100">
                <a:latin typeface="Century Gothic"/>
              </a:rPr>
              <a:t>2. 	Which best explains what growing hedgerows on farms means??</a:t>
            </a:r>
          </a:p>
          <a:p>
            <a:r>
              <a:rPr sz="2100">
                <a:latin typeface="Century Gothic"/>
              </a:rPr>
              <a:t>A. Growing hedges and wildflower on the borders of fields to decrease biodiversity</a:t>
            </a:r>
          </a:p>
          <a:p>
            <a:r>
              <a:rPr sz="2100">
                <a:latin typeface="Century Gothic"/>
              </a:rPr>
              <a:t>B. Removing hedges between fields to increase crop yield</a:t>
            </a:r>
          </a:p>
          <a:p>
            <a:r>
              <a:rPr sz="2100">
                <a:latin typeface="Century Gothic"/>
              </a:rPr>
              <a:t>C. Growing hedges and wildflower on the borders of fields to increase biodiversity</a:t>
            </a:r>
          </a:p>
          <a:p/>
          <a:p>
            <a:r>
              <a:rPr sz="2100">
                <a:latin typeface="Century Gothic"/>
              </a:rPr>
              <a:t>3. Which of these actions would increase biodiversity?</a:t>
            </a:r>
          </a:p>
          <a:p>
            <a:r>
              <a:rPr sz="2100">
                <a:latin typeface="Century Gothic"/>
              </a:rPr>
              <a:t>A. Maintaining nature reserves</a:t>
            </a:r>
          </a:p>
          <a:p>
            <a:r>
              <a:rPr sz="2100">
                <a:latin typeface="Century Gothic"/>
              </a:rPr>
              <a:t>B. Introducing a new species into an ecosystem</a:t>
            </a:r>
          </a:p>
          <a:p>
            <a:r>
              <a:rPr sz="2100">
                <a:latin typeface="Century Gothic"/>
              </a:rPr>
              <a:t>C. Using a selective breeding programme to produce more individuals with a desired characteristic</a:t>
            </a:r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327</Words>
  <Application>Microsoft Macintosh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36</cp:revision>
  <dcterms:created xsi:type="dcterms:W3CDTF">2025-08-22T20:39:15Z</dcterms:created>
  <dcterms:modified xsi:type="dcterms:W3CDTF">2026-01-18T02:26:23Z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