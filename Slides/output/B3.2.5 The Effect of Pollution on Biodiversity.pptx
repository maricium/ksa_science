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The Effect of Pollution on Biodiversity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The Effect of Pollution on Biodiversity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The Effect of Pollution on Biodiversity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The Effect of Pollution on Biodiversity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Biodiversity means fewer types of living things. (line 1)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Pollution affects ecosystems by harming plants and animals. (lines 6-7)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One example is plastic in oceans harming fish. (line 5)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Healthy ecosystems provide clean air and water. (line 8)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A growing human population increases pollution by creating more waste. (line 3)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Following this lesson, students will be able to:</a:t>
            </a:r>
          </a:p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the effect of the increasing human population on the amount of waste produced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the different types of pollution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some consequences of pollution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Which correctly explains why humans are now producing more waste?</a:t>
            </a:r>
          </a:p>
          <a:p>
            <a:r>
              <a:rPr sz="2100">
                <a:latin typeface="Century Gothic"/>
              </a:rPr>
              <a:t>A. Humans now have a worse quality of life, fewer resources are used</a:t>
            </a:r>
          </a:p>
          <a:p>
            <a:r>
              <a:rPr sz="2100">
                <a:latin typeface="Century Gothic"/>
              </a:rPr>
              <a:t>B.  The human population has increased hugely over the last century</a:t>
            </a:r>
          </a:p>
          <a:p>
            <a:r>
              <a:rPr sz="2100">
                <a:latin typeface="Century Gothic"/>
              </a:rPr>
              <a:t>C. Many resources can now be recycled so we can throw away non-recyclable items</a:t>
            </a:r>
          </a:p>
          <a:p/>
          <a:p>
            <a:r>
              <a:rPr sz="2100">
                <a:latin typeface="Century Gothic"/>
              </a:rPr>
              <a:t>2. 	Which is a consequence of not treating waste water?</a:t>
            </a:r>
          </a:p>
          <a:p>
            <a:r>
              <a:rPr sz="2100">
                <a:latin typeface="Century Gothic"/>
              </a:rPr>
              <a:t>A. Contamination of water sources, leading to severe illnesses</a:t>
            </a:r>
          </a:p>
          <a:p>
            <a:r>
              <a:rPr sz="2100">
                <a:latin typeface="Century Gothic"/>
              </a:rPr>
              <a:t>B.  Factories illegally leaking toxic chemicals into streams and rivers</a:t>
            </a:r>
          </a:p>
          <a:p>
            <a:r>
              <a:rPr sz="2100">
                <a:latin typeface="Century Gothic"/>
              </a:rPr>
              <a:t>C. Run off of fertilisers from farms after heavy rain</a:t>
            </a:r>
          </a:p>
          <a:p/>
          <a:p>
            <a:r>
              <a:rPr sz="2100">
                <a:latin typeface="Century Gothic"/>
              </a:rPr>
              <a:t>3. Why is pollution bad for many plants and animals?</a:t>
            </a:r>
          </a:p>
          <a:p>
            <a:r>
              <a:rPr sz="2100">
                <a:latin typeface="Century Gothic"/>
              </a:rPr>
              <a:t>A. Pollution kills all plants and animals</a:t>
            </a:r>
          </a:p>
          <a:p>
            <a:r>
              <a:rPr sz="2100">
                <a:latin typeface="Century Gothic"/>
              </a:rPr>
              <a:t>B.  Pollution is harmful for many habitats and can spread toxic substances through food chains</a:t>
            </a:r>
          </a:p>
          <a:p>
            <a:r>
              <a:rPr sz="2100">
                <a:latin typeface="Century Gothic"/>
              </a:rPr>
              <a:t>C. Pollution increases biodiversity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