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72" r:id="rId5"/>
    <p:sldId id="281" r:id="rId6"/>
    <p:sldId id="280" r:id="rId7"/>
    <p:sldId id="273" r:id="rId8"/>
    <p:sldId id="1421" r:id="rId9"/>
    <p:sldId id="1419" r:id="rId10"/>
    <p:sldId id="275" r:id="rId11"/>
    <p:sldId id="282" r:id="rId12"/>
    <p:sldId id="283" r:id="rId13"/>
    <p:sldId id="284" r:id="rId14"/>
    <p:sldId id="277" r:id="rId15"/>
    <p:sldId id="279" r:id="rId16"/>
    <p:sldId id="27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965"/>
    <p:restoredTop sz="82643"/>
  </p:normalViewPr>
  <p:slideViewPr>
    <p:cSldViewPr snapToGrid="0">
      <p:cViewPr varScale="1">
        <p:scale>
          <a:sx n="92" d="100"/>
          <a:sy n="92" d="100"/>
        </p:scale>
        <p:origin x="2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5B0610-311D-4348-915B-DDD1A9938AEC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94FF8DC1-DFE2-4E07-A857-EE722082E6D3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</a:t>
          </a:r>
          <a:endParaRPr lang="en-US"/>
        </a:p>
      </dgm:t>
    </dgm:pt>
    <dgm:pt modelId="{98700FB0-8142-45AF-A9DB-336DC6E4FF2E}" type="parTrans" cxnId="{07CB7721-BB66-45F0-BA6D-1132CACBC270}">
      <dgm:prSet/>
      <dgm:spPr/>
    </dgm:pt>
    <dgm:pt modelId="{4D5F3DE0-AEA4-470F-B496-327CC722D6AE}" type="sibTrans" cxnId="{07CB7721-BB66-45F0-BA6D-1132CACBC270}">
      <dgm:prSet/>
      <dgm:spPr/>
    </dgm:pt>
    <dgm:pt modelId="{8731E2D6-B6F0-4671-8C0F-F345E4EAE7EA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2</a:t>
          </a:r>
        </a:p>
      </dgm:t>
    </dgm:pt>
    <dgm:pt modelId="{337CC7F5-FB13-4C57-A1A9-F99882EBFF13}" type="parTrans" cxnId="{807A06A0-C873-4B4A-B2A9-2F706D1FF34D}">
      <dgm:prSet/>
      <dgm:spPr/>
    </dgm:pt>
    <dgm:pt modelId="{9E1BF1F3-D241-4BD3-9912-EE4EB4FE4AD0}" type="sibTrans" cxnId="{807A06A0-C873-4B4A-B2A9-2F706D1FF34D}">
      <dgm:prSet/>
      <dgm:spPr/>
    </dgm:pt>
    <dgm:pt modelId="{5C329195-4BF1-4FAE-9B65-2268C4FF0177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3</a:t>
          </a:r>
        </a:p>
      </dgm:t>
    </dgm:pt>
    <dgm:pt modelId="{179CF818-26A5-4364-8107-FC1DD8FD5AB3}" type="parTrans" cxnId="{4FFFA4CC-5036-4A5C-AF62-274EB3408F2D}">
      <dgm:prSet/>
      <dgm:spPr/>
    </dgm:pt>
    <dgm:pt modelId="{752A639A-8CC7-453B-B946-79E92EF462C6}" type="sibTrans" cxnId="{4FFFA4CC-5036-4A5C-AF62-274EB3408F2D}">
      <dgm:prSet/>
      <dgm:spPr/>
    </dgm:pt>
    <dgm:pt modelId="{A52461F9-6676-4EE9-97A1-CD4390B7A8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4</a:t>
          </a:r>
        </a:p>
      </dgm:t>
    </dgm:pt>
    <dgm:pt modelId="{A19FE63A-6384-49DC-9085-626402609174}" type="parTrans" cxnId="{F68D6A07-3BA8-4B79-B18A-F0C483E12D83}">
      <dgm:prSet/>
      <dgm:spPr/>
    </dgm:pt>
    <dgm:pt modelId="{65E597CD-8CF1-49B6-8CC2-E42862CBAE4C}" type="sibTrans" cxnId="{F68D6A07-3BA8-4B79-B18A-F0C483E12D83}">
      <dgm:prSet/>
      <dgm:spPr/>
    </dgm:pt>
    <dgm:pt modelId="{9A193C4C-21B9-4EF6-8303-A913451C7365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5</a:t>
          </a:r>
        </a:p>
      </dgm:t>
    </dgm:pt>
    <dgm:pt modelId="{1DF00475-CDC9-4168-9E50-A23E3DC7266C}" type="parTrans" cxnId="{73866023-ED0B-4EDF-B999-ABED7595BB32}">
      <dgm:prSet/>
      <dgm:spPr/>
    </dgm:pt>
    <dgm:pt modelId="{FF815E0A-5F33-4E02-9B58-E227E7B01CDE}" type="sibTrans" cxnId="{73866023-ED0B-4EDF-B999-ABED7595BB32}">
      <dgm:prSet/>
      <dgm:spPr/>
    </dgm:pt>
    <dgm:pt modelId="{03F5FEED-92F6-47A1-A88B-1653A57FE17A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6</a:t>
          </a:r>
        </a:p>
      </dgm:t>
    </dgm:pt>
    <dgm:pt modelId="{3BCF4CE6-7ACA-4D2F-AC5B-4D1D90E55824}" type="parTrans" cxnId="{E5AADDE9-3773-4032-A7B9-885DDFAD8B97}">
      <dgm:prSet/>
      <dgm:spPr/>
    </dgm:pt>
    <dgm:pt modelId="{EF539413-B11F-4304-99A4-66005D187C6E}" type="sibTrans" cxnId="{E5AADDE9-3773-4032-A7B9-885DDFAD8B97}">
      <dgm:prSet/>
      <dgm:spPr/>
    </dgm:pt>
    <dgm:pt modelId="{668E6D2D-2A4B-4E0B-BFD2-D030B22D2C93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8</a:t>
          </a:r>
        </a:p>
      </dgm:t>
    </dgm:pt>
    <dgm:pt modelId="{E8729609-8474-4F93-9322-9868A4503E5E}" type="parTrans" cxnId="{8B051765-9AEA-44C2-8BA5-BC5D2A784D07}">
      <dgm:prSet/>
      <dgm:spPr/>
    </dgm:pt>
    <dgm:pt modelId="{E413D3A7-5D9B-4C38-8A54-ED080E157E6D}" type="sibTrans" cxnId="{8B051765-9AEA-44C2-8BA5-BC5D2A784D07}">
      <dgm:prSet/>
      <dgm:spPr/>
    </dgm:pt>
    <dgm:pt modelId="{EA4350A7-521B-4006-947C-92F6CD8F489E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9</a:t>
          </a:r>
        </a:p>
      </dgm:t>
    </dgm:pt>
    <dgm:pt modelId="{320FF8BA-F2BB-4139-909D-045AF6222395}" type="parTrans" cxnId="{0A1676ED-D067-4793-98D9-564BAE2FD75B}">
      <dgm:prSet/>
      <dgm:spPr/>
    </dgm:pt>
    <dgm:pt modelId="{BDAD7E01-BFCD-4DC7-AC09-202A787D99BB}" type="sibTrans" cxnId="{0A1676ED-D067-4793-98D9-564BAE2FD75B}">
      <dgm:prSet/>
      <dgm:spPr/>
    </dgm:pt>
    <dgm:pt modelId="{DA35A0F9-9656-4FA0-91C9-3A8CA933A4F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10</a:t>
          </a:r>
        </a:p>
      </dgm:t>
    </dgm:pt>
    <dgm:pt modelId="{5CE3DBDB-7431-447E-8A55-EB0425AFF8FF}" type="parTrans" cxnId="{6015110E-856E-4923-8265-192DCAE0654C}">
      <dgm:prSet/>
      <dgm:spPr/>
    </dgm:pt>
    <dgm:pt modelId="{5FA867F8-9D05-4E3E-96BD-8B008F35D90C}" type="sibTrans" cxnId="{6015110E-856E-4923-8265-192DCAE0654C}">
      <dgm:prSet/>
      <dgm:spPr/>
    </dgm:pt>
    <dgm:pt modelId="{A0040AD4-FF20-40CE-AE6C-2827E1B4FC99}">
      <dgm:prSet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Lesson 7</a:t>
          </a:r>
        </a:p>
      </dgm:t>
    </dgm:pt>
    <dgm:pt modelId="{4A8033A3-0C99-4356-9EE8-F5155DED00AE}" type="parTrans" cxnId="{3D35672C-EFE4-443B-9E2E-310026CEC04C}">
      <dgm:prSet/>
      <dgm:spPr/>
    </dgm:pt>
    <dgm:pt modelId="{62253709-0C06-4719-8708-911BC00A8974}" type="sibTrans" cxnId="{3D35672C-EFE4-443B-9E2E-310026CEC04C}">
      <dgm:prSet/>
      <dgm:spPr/>
    </dgm:pt>
    <dgm:pt modelId="{C8ACF9E2-E672-4C51-9494-F4DC60668984}" type="pres">
      <dgm:prSet presAssocID="{635B0610-311D-4348-915B-DDD1A9938AEC}" presName="Name0" presStyleCnt="0">
        <dgm:presLayoutVars>
          <dgm:dir/>
          <dgm:animLvl val="lvl"/>
          <dgm:resizeHandles val="exact"/>
        </dgm:presLayoutVars>
      </dgm:prSet>
      <dgm:spPr/>
    </dgm:pt>
    <dgm:pt modelId="{68B8EBFE-9EDA-45AC-8EBC-570918CF1F0A}" type="pres">
      <dgm:prSet presAssocID="{94FF8DC1-DFE2-4E07-A857-EE722082E6D3}" presName="parTxOnly" presStyleLbl="node1" presStyleIdx="0" presStyleCnt="10">
        <dgm:presLayoutVars>
          <dgm:chMax val="0"/>
          <dgm:chPref val="0"/>
          <dgm:bulletEnabled val="1"/>
        </dgm:presLayoutVars>
      </dgm:prSet>
      <dgm:spPr/>
    </dgm:pt>
    <dgm:pt modelId="{56180EC6-0166-471A-9DA1-C6886C0EB9C7}" type="pres">
      <dgm:prSet presAssocID="{4D5F3DE0-AEA4-470F-B496-327CC722D6AE}" presName="parTxOnlySpace" presStyleCnt="0"/>
      <dgm:spPr/>
    </dgm:pt>
    <dgm:pt modelId="{BB6DF1F9-503C-4015-95D9-C36337738F20}" type="pres">
      <dgm:prSet presAssocID="{8731E2D6-B6F0-4671-8C0F-F345E4EAE7EA}" presName="parTxOnly" presStyleLbl="node1" presStyleIdx="1" presStyleCnt="10">
        <dgm:presLayoutVars>
          <dgm:chMax val="0"/>
          <dgm:chPref val="0"/>
          <dgm:bulletEnabled val="1"/>
        </dgm:presLayoutVars>
      </dgm:prSet>
      <dgm:spPr/>
    </dgm:pt>
    <dgm:pt modelId="{F595DFB2-E8AF-427C-B4FF-10F9B97954B1}" type="pres">
      <dgm:prSet presAssocID="{9E1BF1F3-D241-4BD3-9912-EE4EB4FE4AD0}" presName="parTxOnlySpace" presStyleCnt="0"/>
      <dgm:spPr/>
    </dgm:pt>
    <dgm:pt modelId="{DE182856-3BE8-4EFE-A29A-5BEF77535E43}" type="pres">
      <dgm:prSet presAssocID="{5C329195-4BF1-4FAE-9B65-2268C4FF0177}" presName="parTxOnly" presStyleLbl="node1" presStyleIdx="2" presStyleCnt="10">
        <dgm:presLayoutVars>
          <dgm:chMax val="0"/>
          <dgm:chPref val="0"/>
          <dgm:bulletEnabled val="1"/>
        </dgm:presLayoutVars>
      </dgm:prSet>
      <dgm:spPr/>
    </dgm:pt>
    <dgm:pt modelId="{BE68944F-2D35-4C51-A4FD-D95E65C35504}" type="pres">
      <dgm:prSet presAssocID="{752A639A-8CC7-453B-B946-79E92EF462C6}" presName="parTxOnlySpace" presStyleCnt="0"/>
      <dgm:spPr/>
    </dgm:pt>
    <dgm:pt modelId="{14674A6A-7936-4E05-BD7A-0E91412AA42E}" type="pres">
      <dgm:prSet presAssocID="{A52461F9-6676-4EE9-97A1-CD4390B7A899}" presName="parTxOnly" presStyleLbl="node1" presStyleIdx="3" presStyleCnt="10">
        <dgm:presLayoutVars>
          <dgm:chMax val="0"/>
          <dgm:chPref val="0"/>
          <dgm:bulletEnabled val="1"/>
        </dgm:presLayoutVars>
      </dgm:prSet>
      <dgm:spPr/>
    </dgm:pt>
    <dgm:pt modelId="{DCBC511F-1DC0-4373-84A4-703EAB97E393}" type="pres">
      <dgm:prSet presAssocID="{65E597CD-8CF1-49B6-8CC2-E42862CBAE4C}" presName="parTxOnlySpace" presStyleCnt="0"/>
      <dgm:spPr/>
    </dgm:pt>
    <dgm:pt modelId="{1EDDAC8A-AF1B-41CF-BBA6-E7E6BBF11B52}" type="pres">
      <dgm:prSet presAssocID="{9A193C4C-21B9-4EF6-8303-A913451C7365}" presName="parTxOnly" presStyleLbl="node1" presStyleIdx="4" presStyleCnt="10">
        <dgm:presLayoutVars>
          <dgm:chMax val="0"/>
          <dgm:chPref val="0"/>
          <dgm:bulletEnabled val="1"/>
        </dgm:presLayoutVars>
      </dgm:prSet>
      <dgm:spPr/>
    </dgm:pt>
    <dgm:pt modelId="{19C10A48-7246-4BF4-BF07-32D8D275C2C4}" type="pres">
      <dgm:prSet presAssocID="{FF815E0A-5F33-4E02-9B58-E227E7B01CDE}" presName="parTxOnlySpace" presStyleCnt="0"/>
      <dgm:spPr/>
    </dgm:pt>
    <dgm:pt modelId="{1ACCC987-2AC2-4EE5-ACE7-6DDFA8547BDF}" type="pres">
      <dgm:prSet presAssocID="{03F5FEED-92F6-47A1-A88B-1653A57FE17A}" presName="parTxOnly" presStyleLbl="node1" presStyleIdx="5" presStyleCnt="10">
        <dgm:presLayoutVars>
          <dgm:chMax val="0"/>
          <dgm:chPref val="0"/>
          <dgm:bulletEnabled val="1"/>
        </dgm:presLayoutVars>
      </dgm:prSet>
      <dgm:spPr/>
    </dgm:pt>
    <dgm:pt modelId="{7B4CB7AE-D910-4943-877F-CC0737C3752F}" type="pres">
      <dgm:prSet presAssocID="{EF539413-B11F-4304-99A4-66005D187C6E}" presName="parTxOnlySpace" presStyleCnt="0"/>
      <dgm:spPr/>
    </dgm:pt>
    <dgm:pt modelId="{2746B5AD-1476-418A-9AD2-0D3C6FE0B6DD}" type="pres">
      <dgm:prSet presAssocID="{A0040AD4-FF20-40CE-AE6C-2827E1B4FC99}" presName="parTxOnly" presStyleLbl="node1" presStyleIdx="6" presStyleCnt="10">
        <dgm:presLayoutVars>
          <dgm:chMax val="0"/>
          <dgm:chPref val="0"/>
          <dgm:bulletEnabled val="1"/>
        </dgm:presLayoutVars>
      </dgm:prSet>
      <dgm:spPr/>
    </dgm:pt>
    <dgm:pt modelId="{9CD026E3-2C33-433B-B903-84E650E7B24A}" type="pres">
      <dgm:prSet presAssocID="{62253709-0C06-4719-8708-911BC00A8974}" presName="parTxOnlySpace" presStyleCnt="0"/>
      <dgm:spPr/>
    </dgm:pt>
    <dgm:pt modelId="{C061DE45-99C2-48D2-82E1-BBC67C312D8F}" type="pres">
      <dgm:prSet presAssocID="{668E6D2D-2A4B-4E0B-BFD2-D030B22D2C93}" presName="parTxOnly" presStyleLbl="node1" presStyleIdx="7" presStyleCnt="10">
        <dgm:presLayoutVars>
          <dgm:chMax val="0"/>
          <dgm:chPref val="0"/>
          <dgm:bulletEnabled val="1"/>
        </dgm:presLayoutVars>
      </dgm:prSet>
      <dgm:spPr/>
    </dgm:pt>
    <dgm:pt modelId="{BD9DA90E-9FB6-475B-BAE6-437E34CB48CF}" type="pres">
      <dgm:prSet presAssocID="{E413D3A7-5D9B-4C38-8A54-ED080E157E6D}" presName="parTxOnlySpace" presStyleCnt="0"/>
      <dgm:spPr/>
    </dgm:pt>
    <dgm:pt modelId="{626D6980-53B9-45C2-959B-62956FB9B1B1}" type="pres">
      <dgm:prSet presAssocID="{EA4350A7-521B-4006-947C-92F6CD8F489E}" presName="parTxOnly" presStyleLbl="node1" presStyleIdx="8" presStyleCnt="10">
        <dgm:presLayoutVars>
          <dgm:chMax val="0"/>
          <dgm:chPref val="0"/>
          <dgm:bulletEnabled val="1"/>
        </dgm:presLayoutVars>
      </dgm:prSet>
      <dgm:spPr/>
    </dgm:pt>
    <dgm:pt modelId="{A820EFC8-991D-41E3-8FFB-0F68461FC984}" type="pres">
      <dgm:prSet presAssocID="{BDAD7E01-BFCD-4DC7-AC09-202A787D99BB}" presName="parTxOnlySpace" presStyleCnt="0"/>
      <dgm:spPr/>
    </dgm:pt>
    <dgm:pt modelId="{9B3A1FB1-2662-46BE-B777-25ADCF97A8A6}" type="pres">
      <dgm:prSet presAssocID="{DA35A0F9-9656-4FA0-91C9-3A8CA933A4F9}" presName="parTxOnly" presStyleLbl="node1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F68D6A07-3BA8-4B79-B18A-F0C483E12D83}" srcId="{635B0610-311D-4348-915B-DDD1A9938AEC}" destId="{A52461F9-6676-4EE9-97A1-CD4390B7A899}" srcOrd="3" destOrd="0" parTransId="{A19FE63A-6384-49DC-9085-626402609174}" sibTransId="{65E597CD-8CF1-49B6-8CC2-E42862CBAE4C}"/>
    <dgm:cxn modelId="{6015110E-856E-4923-8265-192DCAE0654C}" srcId="{635B0610-311D-4348-915B-DDD1A9938AEC}" destId="{DA35A0F9-9656-4FA0-91C9-3A8CA933A4F9}" srcOrd="9" destOrd="0" parTransId="{5CE3DBDB-7431-447E-8A55-EB0425AFF8FF}" sibTransId="{5FA867F8-9D05-4E3E-96BD-8B008F35D90C}"/>
    <dgm:cxn modelId="{F6F40D15-E5DC-4F62-BFD2-C8783837D827}" type="presOf" srcId="{03F5FEED-92F6-47A1-A88B-1653A57FE17A}" destId="{1ACCC987-2AC2-4EE5-ACE7-6DDFA8547BDF}" srcOrd="0" destOrd="0" presId="urn:microsoft.com/office/officeart/2005/8/layout/chevron1"/>
    <dgm:cxn modelId="{41BCA81B-C283-4D24-AB5A-B89E87274299}" type="presOf" srcId="{9A193C4C-21B9-4EF6-8303-A913451C7365}" destId="{1EDDAC8A-AF1B-41CF-BBA6-E7E6BBF11B52}" srcOrd="0" destOrd="0" presId="urn:microsoft.com/office/officeart/2005/8/layout/chevron1"/>
    <dgm:cxn modelId="{0551941C-B5FF-45A7-B61A-2DEA417CD071}" type="presOf" srcId="{5C329195-4BF1-4FAE-9B65-2268C4FF0177}" destId="{DE182856-3BE8-4EFE-A29A-5BEF77535E43}" srcOrd="0" destOrd="0" presId="urn:microsoft.com/office/officeart/2005/8/layout/chevron1"/>
    <dgm:cxn modelId="{07CB7721-BB66-45F0-BA6D-1132CACBC270}" srcId="{635B0610-311D-4348-915B-DDD1A9938AEC}" destId="{94FF8DC1-DFE2-4E07-A857-EE722082E6D3}" srcOrd="0" destOrd="0" parTransId="{98700FB0-8142-45AF-A9DB-336DC6E4FF2E}" sibTransId="{4D5F3DE0-AEA4-470F-B496-327CC722D6AE}"/>
    <dgm:cxn modelId="{73866023-ED0B-4EDF-B999-ABED7595BB32}" srcId="{635B0610-311D-4348-915B-DDD1A9938AEC}" destId="{9A193C4C-21B9-4EF6-8303-A913451C7365}" srcOrd="4" destOrd="0" parTransId="{1DF00475-CDC9-4168-9E50-A23E3DC7266C}" sibTransId="{FF815E0A-5F33-4E02-9B58-E227E7B01CDE}"/>
    <dgm:cxn modelId="{3D35672C-EFE4-443B-9E2E-310026CEC04C}" srcId="{635B0610-311D-4348-915B-DDD1A9938AEC}" destId="{A0040AD4-FF20-40CE-AE6C-2827E1B4FC99}" srcOrd="6" destOrd="0" parTransId="{4A8033A3-0C99-4356-9EE8-F5155DED00AE}" sibTransId="{62253709-0C06-4719-8708-911BC00A8974}"/>
    <dgm:cxn modelId="{8CD5122E-AD8B-44CD-B280-474B324D3E5C}" type="presOf" srcId="{668E6D2D-2A4B-4E0B-BFD2-D030B22D2C93}" destId="{C061DE45-99C2-48D2-82E1-BBC67C312D8F}" srcOrd="0" destOrd="0" presId="urn:microsoft.com/office/officeart/2005/8/layout/chevron1"/>
    <dgm:cxn modelId="{D9F9E14A-4F2C-47B7-B484-ACBDE640CCB1}" type="presOf" srcId="{A0040AD4-FF20-40CE-AE6C-2827E1B4FC99}" destId="{2746B5AD-1476-418A-9AD2-0D3C6FE0B6DD}" srcOrd="0" destOrd="0" presId="urn:microsoft.com/office/officeart/2005/8/layout/chevron1"/>
    <dgm:cxn modelId="{8B051765-9AEA-44C2-8BA5-BC5D2A784D07}" srcId="{635B0610-311D-4348-915B-DDD1A9938AEC}" destId="{668E6D2D-2A4B-4E0B-BFD2-D030B22D2C93}" srcOrd="7" destOrd="0" parTransId="{E8729609-8474-4F93-9322-9868A4503E5E}" sibTransId="{E413D3A7-5D9B-4C38-8A54-ED080E157E6D}"/>
    <dgm:cxn modelId="{57E41B68-DE42-4519-A27C-FFFE5166A7B5}" type="presOf" srcId="{8731E2D6-B6F0-4671-8C0F-F345E4EAE7EA}" destId="{BB6DF1F9-503C-4015-95D9-C36337738F20}" srcOrd="0" destOrd="0" presId="urn:microsoft.com/office/officeart/2005/8/layout/chevron1"/>
    <dgm:cxn modelId="{31B8F486-A499-4780-842C-910BCE849231}" type="presOf" srcId="{EA4350A7-521B-4006-947C-92F6CD8F489E}" destId="{626D6980-53B9-45C2-959B-62956FB9B1B1}" srcOrd="0" destOrd="0" presId="urn:microsoft.com/office/officeart/2005/8/layout/chevron1"/>
    <dgm:cxn modelId="{DB3BDF89-6FCF-4C1C-A145-DEB076AFF571}" type="presOf" srcId="{94FF8DC1-DFE2-4E07-A857-EE722082E6D3}" destId="{68B8EBFE-9EDA-45AC-8EBC-570918CF1F0A}" srcOrd="0" destOrd="0" presId="urn:microsoft.com/office/officeart/2005/8/layout/chevron1"/>
    <dgm:cxn modelId="{807A06A0-C873-4B4A-B2A9-2F706D1FF34D}" srcId="{635B0610-311D-4348-915B-DDD1A9938AEC}" destId="{8731E2D6-B6F0-4671-8C0F-F345E4EAE7EA}" srcOrd="1" destOrd="0" parTransId="{337CC7F5-FB13-4C57-A1A9-F99882EBFF13}" sibTransId="{9E1BF1F3-D241-4BD3-9912-EE4EB4FE4AD0}"/>
    <dgm:cxn modelId="{4FFFA4CC-5036-4A5C-AF62-274EB3408F2D}" srcId="{635B0610-311D-4348-915B-DDD1A9938AEC}" destId="{5C329195-4BF1-4FAE-9B65-2268C4FF0177}" srcOrd="2" destOrd="0" parTransId="{179CF818-26A5-4364-8107-FC1DD8FD5AB3}" sibTransId="{752A639A-8CC7-453B-B946-79E92EF462C6}"/>
    <dgm:cxn modelId="{6F2A08D6-4BD0-4B80-8AD4-6BF46D25EC12}" type="presOf" srcId="{A52461F9-6676-4EE9-97A1-CD4390B7A899}" destId="{14674A6A-7936-4E05-BD7A-0E91412AA42E}" srcOrd="0" destOrd="0" presId="urn:microsoft.com/office/officeart/2005/8/layout/chevron1"/>
    <dgm:cxn modelId="{B425ADE8-8392-46A7-B77B-DF3022E64A22}" type="presOf" srcId="{635B0610-311D-4348-915B-DDD1A9938AEC}" destId="{C8ACF9E2-E672-4C51-9494-F4DC60668984}" srcOrd="0" destOrd="0" presId="urn:microsoft.com/office/officeart/2005/8/layout/chevron1"/>
    <dgm:cxn modelId="{E5AADDE9-3773-4032-A7B9-885DDFAD8B97}" srcId="{635B0610-311D-4348-915B-DDD1A9938AEC}" destId="{03F5FEED-92F6-47A1-A88B-1653A57FE17A}" srcOrd="5" destOrd="0" parTransId="{3BCF4CE6-7ACA-4D2F-AC5B-4D1D90E55824}" sibTransId="{EF539413-B11F-4304-99A4-66005D187C6E}"/>
    <dgm:cxn modelId="{0A1676ED-D067-4793-98D9-564BAE2FD75B}" srcId="{635B0610-311D-4348-915B-DDD1A9938AEC}" destId="{EA4350A7-521B-4006-947C-92F6CD8F489E}" srcOrd="8" destOrd="0" parTransId="{320FF8BA-F2BB-4139-909D-045AF6222395}" sibTransId="{BDAD7E01-BFCD-4DC7-AC09-202A787D99BB}"/>
    <dgm:cxn modelId="{2D2919F6-E85C-4F29-B4E6-F8571D0C43F0}" type="presOf" srcId="{DA35A0F9-9656-4FA0-91C9-3A8CA933A4F9}" destId="{9B3A1FB1-2662-46BE-B777-25ADCF97A8A6}" srcOrd="0" destOrd="0" presId="urn:microsoft.com/office/officeart/2005/8/layout/chevron1"/>
    <dgm:cxn modelId="{20A2C029-AB44-489E-AA67-3E4C6BBE24CC}" type="presParOf" srcId="{C8ACF9E2-E672-4C51-9494-F4DC60668984}" destId="{68B8EBFE-9EDA-45AC-8EBC-570918CF1F0A}" srcOrd="0" destOrd="0" presId="urn:microsoft.com/office/officeart/2005/8/layout/chevron1"/>
    <dgm:cxn modelId="{4ADE2076-B658-425F-A9FD-D7940932552B}" type="presParOf" srcId="{C8ACF9E2-E672-4C51-9494-F4DC60668984}" destId="{56180EC6-0166-471A-9DA1-C6886C0EB9C7}" srcOrd="1" destOrd="0" presId="urn:microsoft.com/office/officeart/2005/8/layout/chevron1"/>
    <dgm:cxn modelId="{9A71AD0A-0597-4F84-9A98-A84EC79AC035}" type="presParOf" srcId="{C8ACF9E2-E672-4C51-9494-F4DC60668984}" destId="{BB6DF1F9-503C-4015-95D9-C36337738F20}" srcOrd="2" destOrd="0" presId="urn:microsoft.com/office/officeart/2005/8/layout/chevron1"/>
    <dgm:cxn modelId="{E5C41F61-4637-413F-B377-8008F06FE8FA}" type="presParOf" srcId="{C8ACF9E2-E672-4C51-9494-F4DC60668984}" destId="{F595DFB2-E8AF-427C-B4FF-10F9B97954B1}" srcOrd="3" destOrd="0" presId="urn:microsoft.com/office/officeart/2005/8/layout/chevron1"/>
    <dgm:cxn modelId="{CFA56C79-6DC5-402F-8257-4272D5E128DA}" type="presParOf" srcId="{C8ACF9E2-E672-4C51-9494-F4DC60668984}" destId="{DE182856-3BE8-4EFE-A29A-5BEF77535E43}" srcOrd="4" destOrd="0" presId="urn:microsoft.com/office/officeart/2005/8/layout/chevron1"/>
    <dgm:cxn modelId="{C7B09D1D-E59A-411D-BF0B-462ACD50162F}" type="presParOf" srcId="{C8ACF9E2-E672-4C51-9494-F4DC60668984}" destId="{BE68944F-2D35-4C51-A4FD-D95E65C35504}" srcOrd="5" destOrd="0" presId="urn:microsoft.com/office/officeart/2005/8/layout/chevron1"/>
    <dgm:cxn modelId="{66F7B5CA-AD1D-4C82-884E-27E72CE64ABC}" type="presParOf" srcId="{C8ACF9E2-E672-4C51-9494-F4DC60668984}" destId="{14674A6A-7936-4E05-BD7A-0E91412AA42E}" srcOrd="6" destOrd="0" presId="urn:microsoft.com/office/officeart/2005/8/layout/chevron1"/>
    <dgm:cxn modelId="{16179195-EF82-41E7-B333-17A5C821751C}" type="presParOf" srcId="{C8ACF9E2-E672-4C51-9494-F4DC60668984}" destId="{DCBC511F-1DC0-4373-84A4-703EAB97E393}" srcOrd="7" destOrd="0" presId="urn:microsoft.com/office/officeart/2005/8/layout/chevron1"/>
    <dgm:cxn modelId="{E4996F21-6A5F-4FF4-9AC8-8D0C239E3A4A}" type="presParOf" srcId="{C8ACF9E2-E672-4C51-9494-F4DC60668984}" destId="{1EDDAC8A-AF1B-41CF-BBA6-E7E6BBF11B52}" srcOrd="8" destOrd="0" presId="urn:microsoft.com/office/officeart/2005/8/layout/chevron1"/>
    <dgm:cxn modelId="{75E824AB-63CA-404D-A3B8-F3DE9D31ED00}" type="presParOf" srcId="{C8ACF9E2-E672-4C51-9494-F4DC60668984}" destId="{19C10A48-7246-4BF4-BF07-32D8D275C2C4}" srcOrd="9" destOrd="0" presId="urn:microsoft.com/office/officeart/2005/8/layout/chevron1"/>
    <dgm:cxn modelId="{F432075C-33AA-4016-B5D5-B1C9B7936DEF}" type="presParOf" srcId="{C8ACF9E2-E672-4C51-9494-F4DC60668984}" destId="{1ACCC987-2AC2-4EE5-ACE7-6DDFA8547BDF}" srcOrd="10" destOrd="0" presId="urn:microsoft.com/office/officeart/2005/8/layout/chevron1"/>
    <dgm:cxn modelId="{C438C6EC-54A5-459E-B90D-5538EBE291D4}" type="presParOf" srcId="{C8ACF9E2-E672-4C51-9494-F4DC60668984}" destId="{7B4CB7AE-D910-4943-877F-CC0737C3752F}" srcOrd="11" destOrd="0" presId="urn:microsoft.com/office/officeart/2005/8/layout/chevron1"/>
    <dgm:cxn modelId="{1E2795FA-0FB8-4C8F-BD03-05CCE7E6C955}" type="presParOf" srcId="{C8ACF9E2-E672-4C51-9494-F4DC60668984}" destId="{2746B5AD-1476-418A-9AD2-0D3C6FE0B6DD}" srcOrd="12" destOrd="0" presId="urn:microsoft.com/office/officeart/2005/8/layout/chevron1"/>
    <dgm:cxn modelId="{83C4AED2-6ED8-4049-B180-3ECF8604730D}" type="presParOf" srcId="{C8ACF9E2-E672-4C51-9494-F4DC60668984}" destId="{9CD026E3-2C33-433B-B903-84E650E7B24A}" srcOrd="13" destOrd="0" presId="urn:microsoft.com/office/officeart/2005/8/layout/chevron1"/>
    <dgm:cxn modelId="{38D21FF8-66A3-4705-90AE-9EFAE1AA437D}" type="presParOf" srcId="{C8ACF9E2-E672-4C51-9494-F4DC60668984}" destId="{C061DE45-99C2-48D2-82E1-BBC67C312D8F}" srcOrd="14" destOrd="0" presId="urn:microsoft.com/office/officeart/2005/8/layout/chevron1"/>
    <dgm:cxn modelId="{E04C5752-342C-44A4-A16A-D9ADD8532EB3}" type="presParOf" srcId="{C8ACF9E2-E672-4C51-9494-F4DC60668984}" destId="{BD9DA90E-9FB6-475B-BAE6-437E34CB48CF}" srcOrd="15" destOrd="0" presId="urn:microsoft.com/office/officeart/2005/8/layout/chevron1"/>
    <dgm:cxn modelId="{5C5FA0D0-85EA-45F1-9F33-753540F8A329}" type="presParOf" srcId="{C8ACF9E2-E672-4C51-9494-F4DC60668984}" destId="{626D6980-53B9-45C2-959B-62956FB9B1B1}" srcOrd="16" destOrd="0" presId="urn:microsoft.com/office/officeart/2005/8/layout/chevron1"/>
    <dgm:cxn modelId="{AD379D10-A805-460A-BC13-FF1AA7D76698}" type="presParOf" srcId="{C8ACF9E2-E672-4C51-9494-F4DC60668984}" destId="{A820EFC8-991D-41E3-8FFB-0F68461FC984}" srcOrd="17" destOrd="0" presId="urn:microsoft.com/office/officeart/2005/8/layout/chevron1"/>
    <dgm:cxn modelId="{81068EF3-42EC-4301-9474-75A40078DA72}" type="presParOf" srcId="{C8ACF9E2-E672-4C51-9494-F4DC60668984}" destId="{9B3A1FB1-2662-46BE-B777-25ADCF97A8A6}" srcOrd="1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8EBFE-9EDA-45AC-8EBC-570918CF1F0A}">
      <dsp:nvSpPr>
        <dsp:cNvPr id="0" name=""/>
        <dsp:cNvSpPr/>
      </dsp:nvSpPr>
      <dsp:spPr>
        <a:xfrm>
          <a:off x="127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</a:t>
          </a:r>
          <a:endParaRPr lang="en-US" sz="1400" kern="1200"/>
        </a:p>
      </dsp:txBody>
      <dsp:txXfrm>
        <a:off x="231002" y="517706"/>
        <a:ext cx="689178" cy="459452"/>
      </dsp:txXfrm>
    </dsp:sp>
    <dsp:sp modelId="{BB6DF1F9-503C-4015-95D9-C36337738F20}">
      <dsp:nvSpPr>
        <dsp:cNvPr id="0" name=""/>
        <dsp:cNvSpPr/>
      </dsp:nvSpPr>
      <dsp:spPr>
        <a:xfrm>
          <a:off x="103504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2</a:t>
          </a:r>
        </a:p>
      </dsp:txBody>
      <dsp:txXfrm>
        <a:off x="1264769" y="517706"/>
        <a:ext cx="689178" cy="459452"/>
      </dsp:txXfrm>
    </dsp:sp>
    <dsp:sp modelId="{DE182856-3BE8-4EFE-A29A-5BEF77535E43}">
      <dsp:nvSpPr>
        <dsp:cNvPr id="0" name=""/>
        <dsp:cNvSpPr/>
      </dsp:nvSpPr>
      <dsp:spPr>
        <a:xfrm>
          <a:off x="206881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3</a:t>
          </a:r>
        </a:p>
      </dsp:txBody>
      <dsp:txXfrm>
        <a:off x="2298536" y="517706"/>
        <a:ext cx="689178" cy="459452"/>
      </dsp:txXfrm>
    </dsp:sp>
    <dsp:sp modelId="{14674A6A-7936-4E05-BD7A-0E91412AA42E}">
      <dsp:nvSpPr>
        <dsp:cNvPr id="0" name=""/>
        <dsp:cNvSpPr/>
      </dsp:nvSpPr>
      <dsp:spPr>
        <a:xfrm>
          <a:off x="3102577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4</a:t>
          </a:r>
        </a:p>
      </dsp:txBody>
      <dsp:txXfrm>
        <a:off x="3332303" y="517706"/>
        <a:ext cx="689178" cy="459452"/>
      </dsp:txXfrm>
    </dsp:sp>
    <dsp:sp modelId="{1EDDAC8A-AF1B-41CF-BBA6-E7E6BBF11B52}">
      <dsp:nvSpPr>
        <dsp:cNvPr id="0" name=""/>
        <dsp:cNvSpPr/>
      </dsp:nvSpPr>
      <dsp:spPr>
        <a:xfrm>
          <a:off x="4136344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5</a:t>
          </a:r>
        </a:p>
      </dsp:txBody>
      <dsp:txXfrm>
        <a:off x="4366070" y="517706"/>
        <a:ext cx="689178" cy="459452"/>
      </dsp:txXfrm>
    </dsp:sp>
    <dsp:sp modelId="{1ACCC987-2AC2-4EE5-ACE7-6DDFA8547BDF}">
      <dsp:nvSpPr>
        <dsp:cNvPr id="0" name=""/>
        <dsp:cNvSpPr/>
      </dsp:nvSpPr>
      <dsp:spPr>
        <a:xfrm>
          <a:off x="5170111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6</a:t>
          </a:r>
        </a:p>
      </dsp:txBody>
      <dsp:txXfrm>
        <a:off x="5399837" y="517706"/>
        <a:ext cx="689178" cy="459452"/>
      </dsp:txXfrm>
    </dsp:sp>
    <dsp:sp modelId="{2746B5AD-1476-418A-9AD2-0D3C6FE0B6DD}">
      <dsp:nvSpPr>
        <dsp:cNvPr id="0" name=""/>
        <dsp:cNvSpPr/>
      </dsp:nvSpPr>
      <dsp:spPr>
        <a:xfrm>
          <a:off x="6203879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7</a:t>
          </a:r>
        </a:p>
      </dsp:txBody>
      <dsp:txXfrm>
        <a:off x="6433605" y="517706"/>
        <a:ext cx="689178" cy="459452"/>
      </dsp:txXfrm>
    </dsp:sp>
    <dsp:sp modelId="{C061DE45-99C2-48D2-82E1-BBC67C312D8F}">
      <dsp:nvSpPr>
        <dsp:cNvPr id="0" name=""/>
        <dsp:cNvSpPr/>
      </dsp:nvSpPr>
      <dsp:spPr>
        <a:xfrm>
          <a:off x="7237646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8</a:t>
          </a:r>
        </a:p>
      </dsp:txBody>
      <dsp:txXfrm>
        <a:off x="7467372" y="517706"/>
        <a:ext cx="689178" cy="459452"/>
      </dsp:txXfrm>
    </dsp:sp>
    <dsp:sp modelId="{626D6980-53B9-45C2-959B-62956FB9B1B1}">
      <dsp:nvSpPr>
        <dsp:cNvPr id="0" name=""/>
        <dsp:cNvSpPr/>
      </dsp:nvSpPr>
      <dsp:spPr>
        <a:xfrm>
          <a:off x="8271413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9</a:t>
          </a:r>
        </a:p>
      </dsp:txBody>
      <dsp:txXfrm>
        <a:off x="8501139" y="517706"/>
        <a:ext cx="689178" cy="459452"/>
      </dsp:txXfrm>
    </dsp:sp>
    <dsp:sp modelId="{9B3A1FB1-2662-46BE-B777-25ADCF97A8A6}">
      <dsp:nvSpPr>
        <dsp:cNvPr id="0" name=""/>
        <dsp:cNvSpPr/>
      </dsp:nvSpPr>
      <dsp:spPr>
        <a:xfrm>
          <a:off x="9305180" y="517706"/>
          <a:ext cx="1148630" cy="4594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 Display" panose="02110004020202020204"/>
            </a:rPr>
            <a:t>Lesson 10</a:t>
          </a:r>
        </a:p>
      </dsp:txBody>
      <dsp:txXfrm>
        <a:off x="9534906" y="517706"/>
        <a:ext cx="689178" cy="4594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FC01E-F06A-6A4E-8839-3224B3335339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02FAF-5122-C245-974D-1AD198030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6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98D9-067E-80BF-E301-A98B3534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6A728-04D3-99C0-0001-0AEA6F304A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E4FD1-613A-3139-99DA-2C0FCADE93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E3C6-42C8-EFB4-8296-3564567FCD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52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513-9015-BAB1-B4CE-95A222F8C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E011F-C639-F48A-F4F3-F250898D9D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75264-3EC8-CC68-3B48-6A5CF3815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9FE5F-6410-5541-0F38-EA6B07898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00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46ABE-10A3-B7C9-E595-0F1D5F2E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6A93B-C14B-DFBE-43AF-7FAF3D57A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6C7B6-2F40-0444-AD00-E7E2C0C4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51C87-BCC6-9CC5-39CD-116B09C2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68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A023-12AE-BC88-673F-1D948A46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D744-1119-D5D7-E67C-A2B269C3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325CD-D110-4DAC-000B-965AE8E05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Teachers remember to input the quiz score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80A83-87A8-911F-600B-D432B217A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63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9B3E6-1A7E-5D25-05DA-E916FE93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7533-52B9-7F0E-FAE7-390BCAB0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FA993-A106-3C3D-9057-888253488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11.2 5.19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E2AF2B-C328-504F-03ED-FBFC6C1C0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12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7919-18FD-2BD3-4449-60FE239A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40626-56DB-6B75-C64B-2D3A7C98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03476-1A59-4E4A-D78D-8F868D35C6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ADB6-8758-D70D-4BD7-FDC9A9B387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5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E0C2D-9B3D-C433-BE9F-BE3C1C9DB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BFA2A-1721-ACFF-50A5-98C917EE7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9692-1145-7A17-99B0-4FCABD637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11.31 1.42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11.2 4.35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75776-C5FF-1A8A-548F-44B13034B8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363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D4FD0-1F0B-2B2B-4FF4-F656BA29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0563-73BC-EC3B-4633-8ECC2E40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1845F-C6F5-D48A-2A85-2F543ECBC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11.2 1.7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EA7AE-0CC2-3015-C0C9-F16E3CBA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11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B1FC-6819-0D99-283C-6D40C034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F1FC0-CDE0-DB95-865D-CB43783A9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DC9C02-667B-F368-8F3C-7D1C94DBC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14059-E7E2-B228-CE23-1AC50AE39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73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7A17-D85F-053F-62DB-BBBE0156E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B3219-57C5-EFA6-EA47-F8B318CEA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725C6-58FF-4ADA-E92E-8211133AE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F3B8D-F0AA-A1DF-A3FA-73F72ADA9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9064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9F41F-2EAF-4244-F19D-A32DC1B8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86DED-76DA-C2C2-1911-8FC773297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17C2E-BD10-90B5-9203-537FF1866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4A56F-E77E-237D-C129-6E3120FA77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02FAF-5122-C245-974D-1AD1980302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683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EE5E-A815-70E0-2EDF-D22920BD4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F47AEF-F72F-1B52-D1F7-0697BCE55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096F2-679A-246E-CE3D-C496EED9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775D9-0248-5F87-7EB0-426CC8CC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7B8D-B6E4-5B1B-4C94-164E76073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92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D284-A00B-D915-B5D3-20592B3D5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ADB8E-3E38-46E1-2B34-127AC16A3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BEF4-81A0-581D-57F5-7768C83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F59F8-364B-3BA5-037B-616D1810D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14E60-572B-DE8F-B504-E147F3C0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31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BA2-D266-E178-6F4B-620C6EA8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766EB-27AD-F9D5-A2A5-747F8231E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7229E-2ACA-5E68-AD62-95B66CB0C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656608-98B3-8DE5-6C55-8BBD8006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AAB4F-7E8B-7B37-8AB2-FC73C483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3579-BB3A-AD0F-55E7-C34EBF205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7B77-5FED-2C3A-2124-76394F4D1D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7E952-9AD1-843F-26D3-E6BE7AAB3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FB7F9-7551-8D68-B7A4-35209D87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AC358-4953-5286-A46E-8161D106B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F83A7-F35D-262A-133F-CF911DCF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34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94C13-7F19-8B7E-1D0C-6813979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68698-3E97-310E-860B-C7ECFBD9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65526-EDB0-E68A-24B1-4E28C30C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1F2B2E-C987-766C-FF05-EC6BB4104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31A8D-FFDC-0E23-E243-62CA25E8E4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61DBC5-0B62-3D4A-1312-63364FA9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63FEF-485A-FA4B-12F7-F0E6E1588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47799-1FE8-54FB-605A-03FBAE78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89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9B0D-FF47-9BA5-0D12-F675E98C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8F25A8-AE34-8027-8228-03591DE9A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440D74-C734-861E-4358-F0102933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E0D9E-8BCA-CF59-72BD-E08955BF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0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F75D6F-32CC-C049-ED2C-EE6883363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BB5AA6-563B-A63C-05C2-1998208C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46A8-E0F5-F68A-2660-305CF5A21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0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F5A-3278-E474-2FF8-AB13E1F57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A47BF-3BBA-9D7C-FF98-85F4258A3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92947-5889-9061-D30F-ED06DF28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56BD4-CE93-B227-4BF2-C79F947E7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21D44-2280-B9F0-B137-B6F0F1CEF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BA9734-2FB2-1051-13DA-550B5F549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685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9BBF8-FF4F-7157-FBE7-8D01993EE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A8E93-48D5-328F-14A0-B205A2E87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346B4-D7FB-EBDF-434E-0AF852D28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2412-159D-7E1B-89EA-978036DAC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3249E-820A-2332-29B2-96E644AA9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D880-8FB6-A11E-1E89-2E476194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952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6387-367A-48ED-9408-863E6417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7E30E-05A3-7B9C-4153-9028CF907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45CF2-2956-1BC9-60F4-98D1A681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FB57C-FA07-6B4C-C61C-D68FB9E0D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3AB8-51BD-A9FB-7133-C2B077082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5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17435-BF8D-43C9-8067-76354F3F1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05E63-A0CB-5B83-4A16-C1E39B86C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809-25B4-3791-6B43-F99A71CB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4DA8F-B795-1A5E-10B2-DD385922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23E2C-500D-7057-C5D2-0A8A1A543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5195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A01084-1856-7B24-83CC-11314E522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5E70D-BA20-D5CF-D322-CA8195632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66582-06EE-AAFF-7C97-ACD0EF00F6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E8A18-A033-FC4E-B349-469E93CD6A56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5E95-B277-1BE9-26A6-DE97C7BA4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65A5D-4873-EED4-B08F-224488850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C38CA-C264-2646-AEFF-4E207A0A6A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07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image" Target="../media/image4.png"/><Relationship Id="rId9" Type="http://schemas.openxmlformats.org/officeDocument/2006/relationships/image" Target="../media/image5.png"/><Relationship Id="rId10" Type="http://schemas.openxmlformats.org/officeDocument/2006/relationships/image" Target="../media/image6.png"/><Relationship Id="rId11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D33507-344C-16F3-5498-313688B82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496445F-86FF-091F-B71F-67FE3A3C6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Feedback Lesson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C111FB-7DB9-C19A-7715-D1B84DC4E8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7" b="55236"/>
          <a:stretch>
            <a:fillRect/>
          </a:stretch>
        </p:blipFill>
        <p:spPr>
          <a:xfrm>
            <a:off x="-101546" y="22733"/>
            <a:ext cx="12293546" cy="681253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F7B686C-D991-827B-D5F4-1241F8935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Feedback Lesson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A7708B-62FC-5940-5E28-67E1E5875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000000"/>
                </a:solidFill>
              </a:rPr>
              <a:t>Feedback Lesson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4C8DBE8-B378-0886-C124-68FD626A5D59}"/>
              </a:ext>
            </a:extLst>
          </p:cNvPr>
          <p:cNvSpPr txBox="1">
            <a:spLocks/>
          </p:cNvSpPr>
          <p:nvPr/>
        </p:nvSpPr>
        <p:spPr>
          <a:xfrm>
            <a:off x="4717869" y="752118"/>
            <a:ext cx="10515600" cy="8117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>
                <a:solidFill>
                  <a:srgbClr val="000000"/>
                </a:solidFill>
              </a:rPr>
              <a:t>Feedback Lesson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C29D33-E434-177D-C1B4-D0F6B1985C4B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788C-C25B-D348-0C7D-E700296C0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8969" y="2243367"/>
            <a:ext cx="5257800" cy="3477895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dirty="0"/>
              <a:t>Task: </a:t>
            </a:r>
            <a:endParaRPr lang="en-US" sz="2600" dirty="0"/>
          </a:p>
          <a:p>
            <a:pPr marL="0" indent="0">
              <a:buNone/>
            </a:pPr>
            <a:r>
              <a:rPr lang="en-GB" sz="2600" dirty="0"/>
              <a:t>Complete the Read Now by: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Stick in the sheet.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Using a highlighter as you read to identify key terms.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first four recall questions under the sheet in your book. </a:t>
            </a:r>
            <a:endParaRPr lang="en-US" sz="2600" dirty="0"/>
          </a:p>
          <a:p>
            <a:pPr marL="514350" indent="-514350">
              <a:buAutoNum type="arabicPeriod"/>
            </a:pPr>
            <a:r>
              <a:rPr lang="en-GB" sz="2600" dirty="0"/>
              <a:t>Answer the stretch question</a:t>
            </a:r>
            <a:endParaRPr lang="en-US" sz="2600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F4E38-42E7-8264-13CF-049CA8EF7CBF}"/>
              </a:ext>
            </a:extLst>
          </p:cNvPr>
          <p:cNvSpPr txBox="1"/>
          <p:nvPr/>
        </p:nvSpPr>
        <p:spPr>
          <a:xfrm>
            <a:off x="5256055" y="173939"/>
            <a:ext cx="697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B8EB2919-D22D-4ED1-936D-0A64CEB8E297}" type="datetime2">
              <a:rPr lang="en-GB" sz="3600" u="sng" smtClean="0">
                <a:uFill>
                  <a:solidFill>
                    <a:srgbClr val="FF0000"/>
                  </a:solidFill>
                </a:uFill>
              </a:rPr>
              <a:t>Sunday, 18 January 2026</a:t>
            </a:fld>
            <a:endParaRPr lang="en-GB" sz="1600" u="sng">
              <a:uFill>
                <a:solidFill>
                  <a:srgbClr val="FF0000"/>
                </a:solidFill>
              </a:u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F03F23-06F0-3E7F-3CB1-690F3A07D44E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1026" name="Picture 2" descr="Now - Free communications icons">
            <a:extLst>
              <a:ext uri="{FF2B5EF4-FFF2-40B4-BE49-F238E27FC236}">
                <a16:creationId xmlns:a16="http://schemas.microsoft.com/office/drawing/2014/main" id="{3B73EAF0-01E3-4C22-D655-30194691D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534" y="27222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lent Solo">
            <a:extLst>
              <a:ext uri="{FF2B5EF4-FFF2-40B4-BE49-F238E27FC236}">
                <a16:creationId xmlns:a16="http://schemas.microsoft.com/office/drawing/2014/main" id="{84298EA0-4BE2-E0D8-CE30-E1EE24433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734" y="4546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2800DC-0DCC-F11F-A61A-0FDCD54EC4B6}"/>
              </a:ext>
            </a:extLst>
          </p:cNvPr>
          <p:cNvGrpSpPr/>
          <p:nvPr/>
        </p:nvGrpSpPr>
        <p:grpSpPr>
          <a:xfrm>
            <a:off x="10704752" y="2293216"/>
            <a:ext cx="923329" cy="2983159"/>
            <a:chOff x="8437803" y="2595561"/>
            <a:chExt cx="630572" cy="2444998"/>
          </a:xfrm>
        </p:grpSpPr>
        <p:pic>
          <p:nvPicPr>
            <p:cNvPr id="1030" name="Picture 6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EA14390-2EC5-D5A1-4F7A-D589A17F98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2595561"/>
              <a:ext cx="609600" cy="600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F4EBD2F-E331-2CD8-C3E7-3B5D02E99B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49250" y="3830882"/>
              <a:ext cx="619125" cy="619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C555BEF-C748-C623-B970-E9FF2ED56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7803" y="4450008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3" name="Picture 9">
              <a:extLst>
                <a:ext uri="{FF2B5EF4-FFF2-40B4-BE49-F238E27FC236}">
                  <a16:creationId xmlns:a16="http://schemas.microsoft.com/office/drawing/2014/main" id="{049E0B9D-7DD5-B107-D639-EF0E8F30AE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54013" y="3233634"/>
              <a:ext cx="609600" cy="590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1812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4916E-1EDA-8300-84B2-A78B3F805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CF1DE72-5759-CC6D-4340-BEEFA1C1554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4AB1A-D284-5A8A-007F-680022552D99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pic>
        <p:nvPicPr>
          <p:cNvPr id="2052" name="Picture 4" descr="GCSE Geography Weather Hazards SoW | Teaching Resources">
            <a:extLst>
              <a:ext uri="{FF2B5EF4-FFF2-40B4-BE49-F238E27FC236}">
                <a16:creationId xmlns:a16="http://schemas.microsoft.com/office/drawing/2014/main" id="{8703810E-97FB-DA8D-4FD8-185A6040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507" y="226392"/>
            <a:ext cx="10616588" cy="596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810A95-22F2-89A8-0EAB-35B9790BC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2FCEB2-7480-F3CC-6AC1-55E7066F6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D2D8219-3802-C433-B92D-A5A9B096C2F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7E3C4A2-96E7-AEA5-4137-AA4C0D915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9113DAE8-35B1-DB9B-47B1-4E2598F5D4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A6AC1A5-8B36-C765-9A84-4E6ADEE0A2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1535CF-3DAA-294D-DFFB-C1F37718FB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9DDEA596-1649-2EB4-EE90-23C33B614E7D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</p:spTree>
    <p:extLst>
      <p:ext uri="{BB962C8B-B14F-4D97-AF65-F5344CB8AC3E}">
        <p14:creationId xmlns:p14="http://schemas.microsoft.com/office/powerpoint/2010/main" val="144382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154673-1242-2F81-582F-73200EABE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8898F-18B4-966C-1D87-28623E87C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0D3CA3-6987-4F78-0549-D5CEE43E00DC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Read Now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11D17A-AB75-E38D-3476-7829032A0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DB0A3F-BBC0-DB43-CA42-369DF276B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9BC8D5-96E3-C1F8-BC12-4344E0B6021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0" name="Picture 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7DE70EE-2903-CE6F-09B3-8C0F534129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EA795797-1C41-0AC9-4559-7D0BCE2872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2" name="Picture 2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B1A1124-8F39-A14D-3FF5-949AA650C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F04A50F-A8A6-B16D-8A6E-6664B71CF2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4" name="TextBox 6">
            <a:extLst>
              <a:ext uri="{FF2B5EF4-FFF2-40B4-BE49-F238E27FC236}">
                <a16:creationId xmlns:a16="http://schemas.microsoft.com/office/drawing/2014/main" id="{56366FA5-3F2C-8F35-A8A7-5A2A1622A7B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310896"/>
            <a:ext cx="10241280" cy="59436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400" b="1">
                <a:solidFill>
                  <a:srgbClr val="006600"/>
                </a:solidFill>
                <a:latin typeface="Century Gothic"/>
              </a:rPr>
              <a:t>MARK SCHEME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1. Interdependence is when organisms depend on each other for survival. (line 1)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2. Plants make food and give off oxygen; animals breathe in oxygen and produce carbon dioxide. (lines 2-3)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3. An example of interdependence is bees and flowers. (line 5)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4. Bees collect nectar from flowers. (line 6)</a:t>
            </a:r>
          </a:p>
          <a:p>
            <a:r>
              <a:rPr sz="2400" b="1">
                <a:solidFill>
                  <a:srgbClr val="006600"/>
                </a:solidFill>
                <a:latin typeface="Century Gothic"/>
              </a:rPr>
              <a:t>5. Interdependence is important because it helps organisms survive. (line 7)</a:t>
            </a:r>
          </a:p>
        </p:txBody>
      </p:sp>
    </p:spTree>
    <p:extLst>
      <p:ext uri="{BB962C8B-B14F-4D97-AF65-F5344CB8AC3E}">
        <p14:creationId xmlns:p14="http://schemas.microsoft.com/office/powerpoint/2010/main" val="428039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D40CF-C87A-A96F-9F01-E09BEC4DB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C5460EA-7F96-2126-0575-4EF93E9C5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B04EB0-7234-59AE-E16E-9244EBC9D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9AC99D-A4EE-C7E4-6076-3EF57709A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79728D-E411-C9AD-7B05-7455564B926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25AA00-C23F-2B08-3182-06C3030599B1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Daily Review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BFC6B52-1A88-500B-8260-6EA27557B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515291"/>
            <a:ext cx="9982200" cy="4661672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Follow your teachers instructions:</a:t>
            </a:r>
          </a:p>
          <a:p>
            <a:pPr marL="0" indent="0">
              <a:buNone/>
            </a:pPr>
            <a:r>
              <a:rPr lang="en-GB"/>
              <a:t>“When I say go show me a MWB and a MWB Pen”</a:t>
            </a:r>
          </a:p>
          <a:p>
            <a:pPr marL="0" indent="0">
              <a:buNone/>
            </a:pPr>
            <a:r>
              <a:rPr lang="en-GB"/>
              <a:t>You will have 10 seconds for each question. </a:t>
            </a:r>
          </a:p>
          <a:p>
            <a:pPr marL="0" indent="0">
              <a:buNone/>
            </a:pPr>
            <a:r>
              <a:rPr lang="en-GB"/>
              <a:t>Hold your MWB in the </a:t>
            </a:r>
            <a:r>
              <a:rPr lang="en-GB" b="1"/>
              <a:t>Ready</a:t>
            </a:r>
            <a:r>
              <a:rPr lang="en-GB"/>
              <a:t> position</a:t>
            </a:r>
          </a:p>
          <a:p>
            <a:pPr marL="0" indent="0">
              <a:buNone/>
            </a:pPr>
            <a:r>
              <a:rPr lang="en-GB"/>
              <a:t>“Show me”</a:t>
            </a:r>
          </a:p>
          <a:p>
            <a:pPr marL="0" indent="0">
              <a:buNone/>
            </a:pPr>
            <a:r>
              <a:rPr lang="en-GB"/>
              <a:t>You need to score 70% to pass</a:t>
            </a:r>
          </a:p>
          <a:p>
            <a:pPr marL="0" indent="0">
              <a:buNone/>
            </a:pPr>
            <a:r>
              <a:rPr lang="en-GB"/>
              <a:t>Subtitle </a:t>
            </a:r>
            <a:r>
              <a:rPr lang="en-GB" b="1"/>
              <a:t>‘test score’ ?/10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587C07-6C84-0222-BFE4-D07079D83BD4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30" name="Picture 2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2D66E4F-A3D6-D7BB-085C-94613A75B9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30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D6625AAA-37D5-E818-899C-B43924C4F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31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FD682F4B-999A-5215-2024-142C8274A1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0D5CB0-6BDF-CFCB-A5A7-9AF0A9F09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1637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3C7AB-13C5-9B68-798E-96A62E56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AF24-DDD8-96F6-696F-A142E350D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MWB Quiz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F3F28C-E0AF-80A2-9AB0-F062BBC6B840}"/>
              </a:ext>
            </a:extLst>
          </p:cNvPr>
          <p:cNvSpPr txBox="1"/>
          <p:nvPr/>
        </p:nvSpPr>
        <p:spPr>
          <a:xfrm>
            <a:off x="96253" y="1690688"/>
            <a:ext cx="119994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name of an organism that eats other organisms?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used to increase the yield of a farmer’s field?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an extreme food shortage?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having enough food to feed a population?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process of minerals moving through the soil due to rain fall?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33EEE5-50D2-CF13-19F8-36FB9E31BE05}"/>
              </a:ext>
            </a:extLst>
          </p:cNvPr>
          <p:cNvSpPr/>
          <p:nvPr/>
        </p:nvSpPr>
        <p:spPr>
          <a:xfrm>
            <a:off x="164122" y="2527424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D0941-492C-FFA0-D283-86775E3927C1}"/>
              </a:ext>
            </a:extLst>
          </p:cNvPr>
          <p:cNvSpPr/>
          <p:nvPr/>
        </p:nvSpPr>
        <p:spPr>
          <a:xfrm>
            <a:off x="152400" y="3336312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880CEE-A717-5268-34EA-A8A09F12B810}"/>
              </a:ext>
            </a:extLst>
          </p:cNvPr>
          <p:cNvSpPr/>
          <p:nvPr/>
        </p:nvSpPr>
        <p:spPr>
          <a:xfrm>
            <a:off x="140676" y="4262437"/>
            <a:ext cx="11744055" cy="6846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8538A-1F9F-7292-28CF-393809579CDC}"/>
              </a:ext>
            </a:extLst>
          </p:cNvPr>
          <p:cNvSpPr/>
          <p:nvPr/>
        </p:nvSpPr>
        <p:spPr>
          <a:xfrm>
            <a:off x="140676" y="5188563"/>
            <a:ext cx="11744055" cy="7667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04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0805-1F4D-8ABE-929D-493E027B9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87CE0-5774-BAA3-AD2B-BA960276A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MWB Quiz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A40502-DAB7-E403-631B-BF6E7FE693E4}"/>
              </a:ext>
            </a:extLst>
          </p:cNvPr>
          <p:cNvSpPr txBox="1"/>
          <p:nvPr/>
        </p:nvSpPr>
        <p:spPr>
          <a:xfrm>
            <a:off x="1" y="1690687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name of an organism that eats other organisms?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Predator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solidFill>
                <a:schemeClr val="accent3"/>
              </a:solidFill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used to increase the yield of a farmer’s field?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Fertiliser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an extreme food shortage?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Famine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term for having enough food to feed a population?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Food security </a:t>
            </a:r>
          </a:p>
          <a:p>
            <a:pPr marL="514350" indent="-514350">
              <a:buFont typeface="+mj-lt"/>
              <a:buAutoNum type="arabicPeriod"/>
            </a:pPr>
            <a:endParaRPr lang="en-US" sz="2800" b="1" dirty="0">
              <a:solidFill>
                <a:schemeClr val="accent3"/>
              </a:solidFill>
              <a:latin typeface="Century Gothic" panose="020B0502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Century Gothic" panose="020B0502020202020204" pitchFamily="34" charset="0"/>
              </a:rPr>
              <a:t>What is the process of minerals moving through the soil due to rain fall?  </a:t>
            </a:r>
            <a:r>
              <a:rPr lang="en-US" sz="2800" b="1" dirty="0">
                <a:solidFill>
                  <a:schemeClr val="accent3"/>
                </a:solidFill>
                <a:latin typeface="Century Gothic" panose="020B0502020202020204" pitchFamily="34" charset="0"/>
              </a:rPr>
              <a:t>Leaching</a:t>
            </a:r>
            <a:r>
              <a:rPr lang="en-US" sz="2800" dirty="0">
                <a:solidFill>
                  <a:schemeClr val="accent3"/>
                </a:solidFill>
                <a:latin typeface="Century Gothic" panose="020B0502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18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03F12-ADAF-3A7A-184B-FBBEC30C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BECBC3-A14A-4E70-5894-3B197931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7C23C3-645F-3B09-C1EC-DF9739649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5D1ACB-821C-2E26-DDC6-F5CAD7505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2A4A2-15CA-2480-5AB8-FAD42D3D849E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13B54-FF7F-A714-7065-93DA85AB4B5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Objectives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699853D-B664-0D36-C0B1-5DD47D6C29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4948196"/>
              </p:ext>
            </p:extLst>
          </p:nvPr>
        </p:nvGraphicFramePr>
        <p:xfrm>
          <a:off x="1165413" y="4950758"/>
          <a:ext cx="10455087" cy="1494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30" name="Group 29">
            <a:extLst>
              <a:ext uri="{FF2B5EF4-FFF2-40B4-BE49-F238E27FC236}">
                <a16:creationId xmlns:a16="http://schemas.microsoft.com/office/drawing/2014/main" id="{BF88CFC3-A8F2-2223-25F0-8359E513D5FD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26" name="Picture 2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068FCF2F-95A8-28DA-0D8A-AB26D5862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34152C5-FD47-9B44-0194-62C8D7BF1C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C1F70C14-68E1-1F24-91D5-B7DD522018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8366343-E6FA-1CEB-6A64-638D2CC2A3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1" name="TextBox 30"/>
          <p:cNvSpPr txBox="1"/>
          <p:nvPr/>
        </p:nvSpPr>
        <p:spPr>
          <a:xfrm>
            <a:off x="1115568" y="274320"/>
            <a:ext cx="10241280" cy="4745736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Following this lesson, students will be able to:</a:t>
            </a:r>
          </a:p>
          <a:p>
            <a:r>
              <a:rPr sz="2800">
                <a:solidFill>
                  <a:srgbClr val="000000"/>
                </a:solidFill>
                <a:latin typeface="Century Gothic"/>
              </a:rPr>
              <a:t>• State…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Describe…</a:t>
            </a:r>
          </a:p>
          <a:p/>
          <a:p>
            <a:r>
              <a:rPr sz="2800">
                <a:solidFill>
                  <a:srgbClr val="000000"/>
                </a:solidFill>
                <a:latin typeface="Century Gothic"/>
              </a:rPr>
              <a:t>• Explain…</a:t>
            </a:r>
          </a:p>
          <a:p/>
        </p:txBody>
      </p:sp>
    </p:spTree>
    <p:extLst>
      <p:ext uri="{BB962C8B-B14F-4D97-AF65-F5344CB8AC3E}">
        <p14:creationId xmlns:p14="http://schemas.microsoft.com/office/powerpoint/2010/main" val="265200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0C62D-9FFE-4AE0-8F2F-A8DC0959A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16B6C8-5779-98ED-A8F1-AB8A2F2CDD7A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010A1-4F8E-09D3-0DF6-33984839DAFF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48D75A0-6829-E115-F4B3-8EE354A6F993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1976FE94-D8BD-355A-EE8C-29FAE91FF9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2A454F6-AF72-8EC4-DFF7-FBE499AE3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57689135-215D-BE0D-804E-DBE13D2955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F1568F1-84B9-4A47-16E4-F0C076B8D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95EFA90-C4AC-8380-2409-978AB772B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59977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5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FEBA-DF27-6A8B-9988-E564B9CB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CB681A-C030-011F-2C47-58ACABA77E12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AAEE0-EAC8-3AF6-9009-4D3D10CD02A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5210CB6-528D-30C9-8998-51A30B85F3CE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6AF8858-2742-C094-972F-7DF305F13F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8254CEC0-864F-AB2F-3C24-FE748FF6E2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2FED936-448B-147D-7885-1F5BEEF31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A20498A-453F-9095-4BC7-0AF85739D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933F7C-86A5-EE11-5074-6F374037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096" cy="596867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98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CBED-3802-9390-3319-C1BFAF6DF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9922661-768A-0632-5EA6-C2BDC965076F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0EC913-DF5A-C5A4-05E5-F3121351D7C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Exposition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F6552C-392B-1D74-968D-65683245D431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842CFAED-F299-34B8-5011-33C20E420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E6269E5-BFC9-7C9E-13BA-7FF8B9B158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78391EA9-9168-858B-5DFE-112CF580CD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76EDE1E-FD59-30D5-AB39-52399529C6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53E5980-2489-8546-FD37-4358503A5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704" y="418641"/>
            <a:ext cx="10241280" cy="591525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5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423CE8-FBC0-87DB-96C1-BCCC7DC00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4AECA7-C80C-3D79-428E-D0509FBC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754002-FEDD-5D15-42DC-0CBF14C21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30F210-CA64-1042-150C-618EBFD22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C57E02-C17A-C440-F504-7C33270709E3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19FC76-4B02-7C53-DA0C-0F50B35A8947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2554EA-E835-1F4E-AF2B-C0D13A156714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5A3CF3-A52E-B96F-843C-92F880482AE5}"/>
              </a:ext>
            </a:extLst>
          </p:cNvPr>
          <p:cNvSpPr txBox="1"/>
          <p:nvPr/>
        </p:nvSpPr>
        <p:spPr>
          <a:xfrm>
            <a:off x="1396435" y="196535"/>
            <a:ext cx="1013262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Big Question:</a:t>
            </a:r>
          </a:p>
          <a:p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E9FF03-62E9-6101-273E-AE782105368A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FA2747-5531-739B-C8EE-AB347C66E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2B315C0B-BA7E-69A8-37C7-20C747B388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0B90CFE-3F85-B925-E113-49CE6468BA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42874D6-2EE5-20CD-5E03-1CF517CB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2269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9F055-7E68-9617-6C39-A5C75E25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853BCBC-8B9F-4C92-016E-793E6CFE7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668207-4403-0234-9F00-49C16C97A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AE5BB5-4DB3-E7D7-4D69-68C9B1FA9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586A44-21DA-C981-AE0B-D65A2E892604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58B281-1B4B-DD60-5778-DDD667776F62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Deliberate Practice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D0B4D-8415-F605-E864-BFB7DB3B8DCC}"/>
              </a:ext>
            </a:extLst>
          </p:cNvPr>
          <p:cNvSpPr txBox="1"/>
          <p:nvPr/>
        </p:nvSpPr>
        <p:spPr>
          <a:xfrm>
            <a:off x="1226480" y="201613"/>
            <a:ext cx="10618293" cy="9240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5276E1B-B95E-B85E-61FB-93CE9B988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9740" y="-2757"/>
            <a:ext cx="1632176" cy="162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ilent Solo">
            <a:extLst>
              <a:ext uri="{FF2B5EF4-FFF2-40B4-BE49-F238E27FC236}">
                <a16:creationId xmlns:a16="http://schemas.microsoft.com/office/drawing/2014/main" id="{4E537FD3-8694-A5B6-0FAD-44FC1F54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982" y="-3108"/>
            <a:ext cx="1609298" cy="160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9232637-063B-05D0-F252-B9A6EFB3019B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5" name="Picture 14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BAF833D-6009-1BED-27AD-5085B6F3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15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F664A9E1-D996-928E-4E1B-79AF7652B9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49AC9BF8-DDD5-C067-49F9-2844421B7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13820B1-56D7-9BF7-D2A9-CF94AA3EBE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0C4611B-A5D1-186D-24B1-AC13FB155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FA401-94CF-E679-E25C-E33B8D737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1B5E4B-5BBB-D5AF-D785-E60D37E10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DBA50A-9A86-8B52-2122-B1FD87D43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A78A95-10A6-6A2E-7B44-6D1886E89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67E480-BB73-2318-1B93-65BB182F7088}"/>
              </a:ext>
            </a:extLst>
          </p:cNvPr>
          <p:cNvSpPr txBox="1"/>
          <p:nvPr/>
        </p:nvSpPr>
        <p:spPr>
          <a:xfrm>
            <a:off x="4038598" y="6443200"/>
            <a:ext cx="678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Aim High | Work Together | Be Kind | Lead the Way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DFBA0A-F584-F280-68B2-54FDA98374E6}"/>
              </a:ext>
            </a:extLst>
          </p:cNvPr>
          <p:cNvSpPr txBox="1"/>
          <p:nvPr/>
        </p:nvSpPr>
        <p:spPr>
          <a:xfrm>
            <a:off x="-101546" y="45468"/>
            <a:ext cx="923330" cy="6767064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vert="vert270" wrap="square" rtlCol="0">
            <a:spAutoFit/>
          </a:bodyPr>
          <a:lstStyle/>
          <a:p>
            <a:pPr algn="ctr"/>
            <a:r>
              <a:rPr lang="en-GB" sz="4800">
                <a:solidFill>
                  <a:schemeClr val="bg1"/>
                </a:solidFill>
              </a:rPr>
              <a:t>Exit Ticket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6F6CBE-B34E-BCBF-B3FF-40BD8C7C246C}"/>
              </a:ext>
            </a:extLst>
          </p:cNvPr>
          <p:cNvGrpSpPr/>
          <p:nvPr/>
        </p:nvGrpSpPr>
        <p:grpSpPr>
          <a:xfrm>
            <a:off x="9614796" y="6387318"/>
            <a:ext cx="1994299" cy="478636"/>
            <a:chOff x="9614803" y="6387318"/>
            <a:chExt cx="1341657" cy="447712"/>
          </a:xfrm>
        </p:grpSpPr>
        <p:pic>
          <p:nvPicPr>
            <p:cNvPr id="10" name="Picture 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1C785A7-1E32-2786-FB58-5505331AB5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14803" y="6395709"/>
              <a:ext cx="330463" cy="4298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11" descr="A picture containing text, sign&#10;&#10;Description automatically generated">
              <a:extLst>
                <a:ext uri="{FF2B5EF4-FFF2-40B4-BE49-F238E27FC236}">
                  <a16:creationId xmlns:a16="http://schemas.microsoft.com/office/drawing/2014/main" id="{18D093C4-8C22-2518-A90A-E668837B84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7411" y="6388853"/>
              <a:ext cx="323977" cy="4461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A2209E4D-F937-46D7-A485-D7A7FE737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0702" y="6391698"/>
              <a:ext cx="345758" cy="4368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DD13B64-C3F3-3866-9332-ED134E35C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7194" y="6387318"/>
              <a:ext cx="330582" cy="4464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TextBox 17"/>
          <p:cNvSpPr txBox="1"/>
          <p:nvPr/>
        </p:nvSpPr>
        <p:spPr>
          <a:xfrm>
            <a:off x="1115568" y="274320"/>
            <a:ext cx="10241280" cy="5486400"/>
          </a:xfrm>
          <a:prstGeom prst="rect">
            <a:avLst/>
          </a:prstGeom>
          <a:noFill/>
        </p:spPr>
        <p:txBody>
          <a:bodyPr wrap="square" tIns="91440" bIns="91440">
            <a:noAutofit/>
          </a:bodyPr>
          <a:lstStyle/>
          <a:p/>
          <a:p>
            <a:r>
              <a:rPr sz="2100">
                <a:latin typeface="Century Gothic"/>
              </a:rPr>
              <a:t>B. More humans are growing bigger so need more food, causing food shortages</a:t>
            </a:r>
          </a:p>
        </p:txBody>
      </p:sp>
    </p:spTree>
    <p:extLst>
      <p:ext uri="{BB962C8B-B14F-4D97-AF65-F5344CB8AC3E}">
        <p14:creationId xmlns:p14="http://schemas.microsoft.com/office/powerpoint/2010/main" val="184010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8756AD595E1543893B9C37A0C9C8FD" ma:contentTypeVersion="21" ma:contentTypeDescription="Create a new document." ma:contentTypeScope="" ma:versionID="64b1032288ab72dc7f2345e0587662ef">
  <xsd:schema xmlns:xsd="http://www.w3.org/2001/XMLSchema" xmlns:xs="http://www.w3.org/2001/XMLSchema" xmlns:p="http://schemas.microsoft.com/office/2006/metadata/properties" xmlns:ns2="65a4e5fc-8c76-4ebf-8d85-4508e738e527" xmlns:ns3="97260271-9b44-431f-a802-d08909452894" targetNamespace="http://schemas.microsoft.com/office/2006/metadata/properties" ma:root="true" ma:fieldsID="aacaa07c85aefd71e1dbb9b2437b615f" ns2:_="" ns3:_="">
    <xsd:import namespace="65a4e5fc-8c76-4ebf-8d85-4508e738e527"/>
    <xsd:import namespace="97260271-9b44-431f-a802-d089094528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_Flow_SignoffStatus" minOccurs="0"/>
                <xsd:element ref="ns2:Complete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a4e5fc-8c76-4ebf-8d85-4508e738e5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ece25d9-12d7-4481-8120-14121ffe44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Complete" ma:index="25" nillable="true" ma:displayName="Complete" ma:default="1" ma:format="Dropdown" ma:internalName="Complete">
      <xsd:simpleType>
        <xsd:restriction base="dms:Boolean"/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260271-9b44-431f-a802-d0890945289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ab9708-1e81-4924-b61c-30706acb3c8f}" ma:internalName="TaxCatchAll" ma:showField="CatchAllData" ma:web="97260271-9b44-431f-a802-d0890945289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260271-9b44-431f-a802-d08909452894" xsi:nil="true"/>
    <_Flow_SignoffStatus xmlns="65a4e5fc-8c76-4ebf-8d85-4508e738e527" xsi:nil="true"/>
    <lcf76f155ced4ddcb4097134ff3c332f xmlns="65a4e5fc-8c76-4ebf-8d85-4508e738e527">
      <Terms xmlns="http://schemas.microsoft.com/office/infopath/2007/PartnerControls"/>
    </lcf76f155ced4ddcb4097134ff3c332f>
    <Complete xmlns="65a4e5fc-8c76-4ebf-8d85-4508e738e527">true</Complete>
  </documentManagement>
</p:properties>
</file>

<file path=customXml/itemProps1.xml><?xml version="1.0" encoding="utf-8"?>
<ds:datastoreItem xmlns:ds="http://schemas.openxmlformats.org/officeDocument/2006/customXml" ds:itemID="{1E8B0502-705D-4976-994E-F2B0BB2A2A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8E27D1-10DA-47F8-B61D-E36F74D7877A}">
  <ds:schemaRefs>
    <ds:schemaRef ds:uri="65a4e5fc-8c76-4ebf-8d85-4508e738e527"/>
    <ds:schemaRef ds:uri="97260271-9b44-431f-a802-d089094528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2399761-A4E1-4B8C-A6BD-461911EFB2C2}">
  <ds:schemaRefs>
    <ds:schemaRef ds:uri="65a4e5fc-8c76-4ebf-8d85-4508e738e527"/>
    <ds:schemaRef ds:uri="97260271-9b44-431f-a802-d0890945289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461</Words>
  <Application>Microsoft Macintosh PowerPoint</Application>
  <PresentationFormat>Widescreen</PresentationFormat>
  <Paragraphs>92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MWB Quiz</vt:lpstr>
      <vt:lpstr>MWB 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Myint (Chobham)</dc:creator>
  <cp:lastModifiedBy>Maria Sharif</cp:lastModifiedBy>
  <cp:revision>37</cp:revision>
  <dcterms:created xsi:type="dcterms:W3CDTF">2025-08-22T20:39:15Z</dcterms:created>
  <dcterms:modified xsi:type="dcterms:W3CDTF">2026-01-18T20:07:34Z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0x0101009E8756AD595E1543893B9C37A0C9C8FD</vt:lpwstr>
  </property>
  <property fmtid="{D5CDD505-2E9C-101B-9397-08002B2CF9AE}" pid="3" name="MediaServiceImageTags">
    <vt:lpwstr/>
  </property>
</Properties>
</file>