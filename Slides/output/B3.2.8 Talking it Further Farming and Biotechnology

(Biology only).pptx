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Talking it Further: Farming and Biotechnology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Talking it Further: Farming and Biotechnology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Talking it Further: Farming and Biotechnology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Talking it Further: Farming and Biotechnology</a:t>
            </a:r>
          </a:p>
          <a:p/>
          <a:p>
            <a:r>
              <a:rPr>
                <a:solidFill>
                  <a:srgbClr val="000000"/>
                </a:solidFill>
              </a:rPr>
              <a:t>(Biology only)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Biomass is the total mass of living things, like animals and plants.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Intensive farming improves efficiency by reducing energy waste in food production.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One example of intensive farming is raising chickens in a small space.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Farmers want to use less energy to produce more food for everyone.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methods used to maintain fish stocks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 how intensive farming methods increase biomass efficiency transfer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an application of biotechnology in food production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is an advantage of using intensive farming methods?</a:t>
            </a:r>
          </a:p>
          <a:p>
            <a:r>
              <a:rPr sz="2100">
                <a:latin typeface="Century Gothic"/>
              </a:rPr>
              <a:t>A. Less energy is lost through movement and thermoregulation</a:t>
            </a:r>
          </a:p>
          <a:p>
            <a:r>
              <a:rPr sz="2100">
                <a:latin typeface="Century Gothic"/>
              </a:rPr>
              <a:t>B.  Populations of animals must be kept very low</a:t>
            </a:r>
          </a:p>
          <a:p>
            <a:r>
              <a:rPr sz="2100">
                <a:latin typeface="Century Gothic"/>
              </a:rPr>
              <a:t>C. Animals can be treated with antibiotics</a:t>
            </a:r>
          </a:p>
          <a:p/>
          <a:p>
            <a:r>
              <a:rPr sz="2100">
                <a:latin typeface="Century Gothic"/>
              </a:rPr>
              <a:t>2. 	Which best explains why fishing quotas are used?</a:t>
            </a:r>
          </a:p>
          <a:p>
            <a:r>
              <a:rPr sz="2100">
                <a:latin typeface="Century Gothic"/>
              </a:rPr>
              <a:t>A. So that each country gets the same amount of fish</a:t>
            </a:r>
          </a:p>
          <a:p>
            <a:r>
              <a:rPr sz="2100">
                <a:latin typeface="Century Gothic"/>
              </a:rPr>
              <a:t>B.  To make sure that not all fish are caught in each trawl</a:t>
            </a:r>
          </a:p>
          <a:p>
            <a:r>
              <a:rPr sz="2100">
                <a:latin typeface="Century Gothic"/>
              </a:rPr>
              <a:t>C. To maintain fish populations at a stable breeding level</a:t>
            </a:r>
          </a:p>
          <a:p/>
          <a:p>
            <a:r>
              <a:rPr sz="2100">
                <a:latin typeface="Century Gothic"/>
              </a:rPr>
              <a:t>3. Which is the correct description of mycoprotein?</a:t>
            </a:r>
          </a:p>
          <a:p>
            <a:r>
              <a:rPr sz="2100">
                <a:latin typeface="Century Gothic"/>
              </a:rPr>
              <a:t>A. Genetically modified crops with added nutritional value</a:t>
            </a:r>
          </a:p>
          <a:p>
            <a:r>
              <a:rPr sz="2100">
                <a:latin typeface="Century Gothic"/>
              </a:rPr>
              <a:t>B.  A protein-rich food made from fusarium</a:t>
            </a:r>
          </a:p>
          <a:p>
            <a:r>
              <a:rPr sz="2100">
                <a:latin typeface="Century Gothic"/>
              </a:rPr>
              <a:t>C. Bacteria that are used to produce insulin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